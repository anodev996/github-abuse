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sldIdLst>
    <p:sldId id="530" r:id="rId5"/>
    <p:sldId id="545" r:id="rId6"/>
    <p:sldId id="546" r:id="rId7"/>
    <p:sldId id="548" r:id="rId8"/>
    <p:sldId id="547" r:id="rId9"/>
    <p:sldId id="549" r:id="rId10"/>
    <p:sldId id="552" r:id="rId11"/>
    <p:sldId id="553" r:id="rId12"/>
    <p:sldId id="554" r:id="rId13"/>
    <p:sldId id="544" r:id="rId14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64AA"/>
    <a:srgbClr val="102857"/>
    <a:srgbClr val="8822EE"/>
    <a:srgbClr val="F01688"/>
    <a:srgbClr val="2F21F3"/>
    <a:srgbClr val="FEB52B"/>
    <a:srgbClr val="F01689"/>
    <a:srgbClr val="6F22E3"/>
    <a:srgbClr val="E218A3"/>
    <a:srgbClr val="BA2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422"/>
  </p:normalViewPr>
  <p:slideViewPr>
    <p:cSldViewPr snapToGrid="0">
      <p:cViewPr>
        <p:scale>
          <a:sx n="100" d="100"/>
          <a:sy n="100" d="100"/>
        </p:scale>
        <p:origin x="96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4/19/2025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5380" y="1352365"/>
            <a:ext cx="9921240" cy="2388093"/>
          </a:xfrm>
        </p:spPr>
        <p:txBody>
          <a:bodyPr/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Вариант 3</a:t>
            </a:r>
            <a:br>
              <a:rPr lang="ru-RU" dirty="0"/>
            </a:br>
            <a:r>
              <a:rPr lang="ru-RU" dirty="0"/>
              <a:t>Метод касательных</a:t>
            </a:r>
            <a:br>
              <a:rPr lang="ru-RU" dirty="0"/>
            </a:b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369A30-8FE4-4CEE-8CF5-7EC89E194D0B}"/>
              </a:ext>
            </a:extLst>
          </p:cNvPr>
          <p:cNvSpPr txBox="1">
            <a:spLocks/>
          </p:cNvSpPr>
          <p:nvPr/>
        </p:nvSpPr>
        <p:spPr>
          <a:xfrm>
            <a:off x="1135380" y="4351380"/>
            <a:ext cx="9921240" cy="1357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Ушаков Максим </a:t>
            </a:r>
            <a:r>
              <a:rPr lang="en-US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| </a:t>
            </a:r>
            <a:r>
              <a:rPr lang="ru-RU" sz="3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Бадулин</a:t>
            </a:r>
            <a:r>
              <a:rPr lang="ru-RU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Илья </a:t>
            </a:r>
            <a:r>
              <a:rPr lang="en-US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| </a:t>
            </a:r>
            <a:r>
              <a:rPr lang="ru-RU" sz="3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Сендир-Оол</a:t>
            </a:r>
            <a:r>
              <a:rPr lang="ru-RU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3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Сергек</a:t>
            </a:r>
            <a:r>
              <a:rPr lang="en-US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ru-RU" sz="3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B4EC80-777D-457D-8C5A-75153925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64" y="133584"/>
            <a:ext cx="11432072" cy="659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0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28F0CA-C244-47A3-898F-04D389FA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460375"/>
            <a:ext cx="10752094" cy="568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3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45BD5B-F8F7-42F2-AE54-8E46E146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24" y="708414"/>
            <a:ext cx="7426325" cy="544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AAD3F9-EEC7-4836-B55A-64FFFA0A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49" y="342899"/>
            <a:ext cx="6848475" cy="602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7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128639-5740-460D-9F21-769F31CA0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008" y="1366837"/>
            <a:ext cx="7577992" cy="531971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A855A7-2944-4693-AEDF-94F8B52CDB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040"/>
          <a:stretch/>
        </p:blipFill>
        <p:spPr>
          <a:xfrm>
            <a:off x="281696" y="171451"/>
            <a:ext cx="7671679" cy="154818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AFE989-8B8B-4D39-A170-030D781B5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650" b="46995"/>
          <a:stretch/>
        </p:blipFill>
        <p:spPr>
          <a:xfrm>
            <a:off x="281696" y="1271588"/>
            <a:ext cx="7633915" cy="71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4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ECF34C-E9F6-43AB-84BB-C576C82F6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626048"/>
            <a:ext cx="6823954" cy="60605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A855A7-2944-4693-AEDF-94F8B52CDB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040"/>
          <a:stretch/>
        </p:blipFill>
        <p:spPr>
          <a:xfrm>
            <a:off x="281696" y="171451"/>
            <a:ext cx="7671679" cy="15481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E917F8-6D63-443A-9600-30FDA86F52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692" b="23269"/>
          <a:stretch/>
        </p:blipFill>
        <p:spPr>
          <a:xfrm>
            <a:off x="417249" y="528916"/>
            <a:ext cx="7400572" cy="83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36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41F7AB-6202-4B43-AFE0-AA1F37212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179" y="1323974"/>
            <a:ext cx="7096125" cy="53625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1E87F6-C0EB-4FA5-A148-94FE08CB6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95" y="171451"/>
            <a:ext cx="7671679" cy="238326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6CF224-48A5-4759-A482-7B90DAC242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747" r="41156"/>
          <a:stretch/>
        </p:blipFill>
        <p:spPr>
          <a:xfrm>
            <a:off x="521847" y="552450"/>
            <a:ext cx="7431528" cy="122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5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140B88-56D8-461E-BC2C-B0E312DF9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695018"/>
            <a:ext cx="11163300" cy="346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4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СПАСИБО 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4A3FD6-E6BF-490E-B6B4-6A011394B0EB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sharepoint/v3"/>
    <ds:schemaRef ds:uri="http://www.w3.org/XML/1998/namespace"/>
    <ds:schemaRef ds:uri="http://schemas.microsoft.com/office/infopath/2007/PartnerControls"/>
    <ds:schemaRef ds:uri="230e9df3-be65-4c73-a93b-d1236ebd677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0</TotalTime>
  <Words>21</Words>
  <Application>Microsoft Office PowerPoint</Application>
  <PresentationFormat>Широкоэкранный</PresentationFormat>
  <Paragraphs>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Segoe UI Light</vt:lpstr>
      <vt:lpstr>Tw Cen MT</vt:lpstr>
      <vt:lpstr>Office Theme</vt:lpstr>
      <vt:lpstr>   Вариант 3 Метод касательных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2022-10-27T00:37:19Z</dcterms:created>
  <dcterms:modified xsi:type="dcterms:W3CDTF">2025-04-18T22:00:13Z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