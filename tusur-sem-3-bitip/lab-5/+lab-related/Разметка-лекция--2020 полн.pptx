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6" r:id="rId1"/>
  </p:sldMasterIdLst>
  <p:notesMasterIdLst>
    <p:notesMasterId r:id="rId99"/>
  </p:notesMasterIdLst>
  <p:handoutMasterIdLst>
    <p:handoutMasterId r:id="rId100"/>
  </p:handoutMasterIdLst>
  <p:sldIdLst>
    <p:sldId id="256" r:id="rId2"/>
    <p:sldId id="257" r:id="rId3"/>
    <p:sldId id="353" r:id="rId4"/>
    <p:sldId id="354" r:id="rId5"/>
    <p:sldId id="355" r:id="rId6"/>
    <p:sldId id="356" r:id="rId7"/>
    <p:sldId id="273" r:id="rId8"/>
    <p:sldId id="279" r:id="rId9"/>
    <p:sldId id="285" r:id="rId10"/>
    <p:sldId id="284" r:id="rId11"/>
    <p:sldId id="283" r:id="rId12"/>
    <p:sldId id="282" r:id="rId13"/>
    <p:sldId id="281" r:id="rId14"/>
    <p:sldId id="297" r:id="rId15"/>
    <p:sldId id="280" r:id="rId16"/>
    <p:sldId id="296" r:id="rId17"/>
    <p:sldId id="295" r:id="rId18"/>
    <p:sldId id="294" r:id="rId19"/>
    <p:sldId id="293" r:id="rId20"/>
    <p:sldId id="292" r:id="rId21"/>
    <p:sldId id="291" r:id="rId22"/>
    <p:sldId id="290" r:id="rId23"/>
    <p:sldId id="289" r:id="rId24"/>
    <p:sldId id="288" r:id="rId25"/>
    <p:sldId id="287" r:id="rId26"/>
    <p:sldId id="286" r:id="rId27"/>
    <p:sldId id="317" r:id="rId28"/>
    <p:sldId id="321" r:id="rId29"/>
    <p:sldId id="320" r:id="rId30"/>
    <p:sldId id="319" r:id="rId31"/>
    <p:sldId id="324" r:id="rId32"/>
    <p:sldId id="318" r:id="rId33"/>
    <p:sldId id="303" r:id="rId34"/>
    <p:sldId id="302" r:id="rId35"/>
    <p:sldId id="301" r:id="rId36"/>
    <p:sldId id="300" r:id="rId37"/>
    <p:sldId id="310" r:id="rId38"/>
    <p:sldId id="299" r:id="rId39"/>
    <p:sldId id="309" r:id="rId40"/>
    <p:sldId id="308" r:id="rId41"/>
    <p:sldId id="307" r:id="rId42"/>
    <p:sldId id="306" r:id="rId43"/>
    <p:sldId id="305" r:id="rId44"/>
    <p:sldId id="304" r:id="rId45"/>
    <p:sldId id="298" r:id="rId46"/>
    <p:sldId id="316" r:id="rId47"/>
    <p:sldId id="315" r:id="rId48"/>
    <p:sldId id="314" r:id="rId49"/>
    <p:sldId id="313" r:id="rId50"/>
    <p:sldId id="312" r:id="rId51"/>
    <p:sldId id="328" r:id="rId52"/>
    <p:sldId id="311" r:id="rId53"/>
    <p:sldId id="327" r:id="rId54"/>
    <p:sldId id="326" r:id="rId55"/>
    <p:sldId id="330" r:id="rId56"/>
    <p:sldId id="329" r:id="rId57"/>
    <p:sldId id="325" r:id="rId58"/>
    <p:sldId id="337" r:id="rId59"/>
    <p:sldId id="336" r:id="rId60"/>
    <p:sldId id="335" r:id="rId61"/>
    <p:sldId id="334" r:id="rId62"/>
    <p:sldId id="333" r:id="rId63"/>
    <p:sldId id="332" r:id="rId64"/>
    <p:sldId id="331" r:id="rId65"/>
    <p:sldId id="340" r:id="rId66"/>
    <p:sldId id="339" r:id="rId67"/>
    <p:sldId id="338" r:id="rId68"/>
    <p:sldId id="342" r:id="rId69"/>
    <p:sldId id="345" r:id="rId70"/>
    <p:sldId id="344" r:id="rId71"/>
    <p:sldId id="343" r:id="rId72"/>
    <p:sldId id="341" r:id="rId73"/>
    <p:sldId id="346" r:id="rId74"/>
    <p:sldId id="349" r:id="rId75"/>
    <p:sldId id="348" r:id="rId76"/>
    <p:sldId id="347" r:id="rId77"/>
    <p:sldId id="352" r:id="rId78"/>
    <p:sldId id="351" r:id="rId79"/>
    <p:sldId id="350" r:id="rId80"/>
    <p:sldId id="259" r:id="rId81"/>
    <p:sldId id="260" r:id="rId82"/>
    <p:sldId id="261" r:id="rId83"/>
    <p:sldId id="262" r:id="rId84"/>
    <p:sldId id="264" r:id="rId85"/>
    <p:sldId id="265" r:id="rId86"/>
    <p:sldId id="266" r:id="rId87"/>
    <p:sldId id="278" r:id="rId88"/>
    <p:sldId id="269" r:id="rId89"/>
    <p:sldId id="270" r:id="rId90"/>
    <p:sldId id="272" r:id="rId91"/>
    <p:sldId id="357" r:id="rId92"/>
    <p:sldId id="358" r:id="rId93"/>
    <p:sldId id="359" r:id="rId94"/>
    <p:sldId id="360" r:id="rId95"/>
    <p:sldId id="363" r:id="rId96"/>
    <p:sldId id="362" r:id="rId97"/>
    <p:sldId id="361" r:id="rId98"/>
  </p:sldIdLst>
  <p:sldSz cx="9144000" cy="6858000" type="screen4x3"/>
  <p:notesSz cx="6645275" cy="9926638"/>
  <p:defaultTextStyle>
    <a:defPPr>
      <a:defRPr lang="ru-RU"/>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10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0571EC49-AD65-4968-BD95-4AB3C056CF44}"/>
              </a:ext>
            </a:extLst>
          </p:cNvPr>
          <p:cNvSpPr>
            <a:spLocks noGrp="1" noChangeArrowheads="1"/>
          </p:cNvSpPr>
          <p:nvPr>
            <p:ph type="hdr" sz="quarter"/>
          </p:nvPr>
        </p:nvSpPr>
        <p:spPr bwMode="auto">
          <a:xfrm>
            <a:off x="0" y="0"/>
            <a:ext cx="2895600" cy="5334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pPr>
              <a:defRPr/>
            </a:pPr>
            <a:endParaRPr lang="ru-RU"/>
          </a:p>
        </p:txBody>
      </p:sp>
      <p:sp>
        <p:nvSpPr>
          <p:cNvPr id="41987" name="Rectangle 3">
            <a:extLst>
              <a:ext uri="{FF2B5EF4-FFF2-40B4-BE49-F238E27FC236}">
                <a16:creationId xmlns:a16="http://schemas.microsoft.com/office/drawing/2014/main" id="{4474774F-FFE1-44FA-8FBC-3A1D424E3A55}"/>
              </a:ext>
            </a:extLst>
          </p:cNvPr>
          <p:cNvSpPr>
            <a:spLocks noGrp="1" noChangeArrowheads="1"/>
          </p:cNvSpPr>
          <p:nvPr>
            <p:ph type="dt" sz="quarter" idx="1"/>
          </p:nvPr>
        </p:nvSpPr>
        <p:spPr bwMode="auto">
          <a:xfrm>
            <a:off x="3733800" y="0"/>
            <a:ext cx="2895600" cy="5334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defRPr>
            </a:lvl1pPr>
          </a:lstStyle>
          <a:p>
            <a:pPr>
              <a:defRPr/>
            </a:pPr>
            <a:endParaRPr lang="ru-RU"/>
          </a:p>
        </p:txBody>
      </p:sp>
      <p:sp>
        <p:nvSpPr>
          <p:cNvPr id="41988" name="Rectangle 4">
            <a:extLst>
              <a:ext uri="{FF2B5EF4-FFF2-40B4-BE49-F238E27FC236}">
                <a16:creationId xmlns:a16="http://schemas.microsoft.com/office/drawing/2014/main" id="{A61C8129-4500-413A-AC81-1D72BE649DF4}"/>
              </a:ext>
            </a:extLst>
          </p:cNvPr>
          <p:cNvSpPr>
            <a:spLocks noGrp="1" noChangeArrowheads="1"/>
          </p:cNvSpPr>
          <p:nvPr>
            <p:ph type="ftr" sz="quarter" idx="2"/>
          </p:nvPr>
        </p:nvSpPr>
        <p:spPr bwMode="auto">
          <a:xfrm>
            <a:off x="0" y="9448800"/>
            <a:ext cx="28956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defRPr>
            </a:lvl1pPr>
          </a:lstStyle>
          <a:p>
            <a:pPr>
              <a:defRPr/>
            </a:pPr>
            <a:endParaRPr lang="ru-RU"/>
          </a:p>
        </p:txBody>
      </p:sp>
      <p:sp>
        <p:nvSpPr>
          <p:cNvPr id="41989" name="Rectangle 5">
            <a:extLst>
              <a:ext uri="{FF2B5EF4-FFF2-40B4-BE49-F238E27FC236}">
                <a16:creationId xmlns:a16="http://schemas.microsoft.com/office/drawing/2014/main" id="{DE4F3AA1-8D86-49EB-A386-A70AF926B94D}"/>
              </a:ext>
            </a:extLst>
          </p:cNvPr>
          <p:cNvSpPr>
            <a:spLocks noGrp="1" noChangeArrowheads="1"/>
          </p:cNvSpPr>
          <p:nvPr>
            <p:ph type="sldNum" sz="quarter" idx="3"/>
          </p:nvPr>
        </p:nvSpPr>
        <p:spPr bwMode="auto">
          <a:xfrm>
            <a:off x="3733800" y="9448800"/>
            <a:ext cx="28956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fld id="{9C0DC243-95A7-44DF-8F45-4F2267724327}" type="slidenum">
              <a:rPr lang="ru-RU" altLang="ru-RU"/>
              <a:pPr/>
              <a:t>‹#›</a:t>
            </a:fld>
            <a:endParaRPr lang="ru-RU" altLang="ru-RU"/>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CB7DCDA1-D87E-4F38-953F-C61753D0B9D1}"/>
              </a:ext>
            </a:extLst>
          </p:cNvPr>
          <p:cNvSpPr>
            <a:spLocks noGrp="1" noChangeArrowheads="1"/>
          </p:cNvSpPr>
          <p:nvPr>
            <p:ph type="hdr" sz="quarter"/>
          </p:nvPr>
        </p:nvSpPr>
        <p:spPr bwMode="auto">
          <a:xfrm>
            <a:off x="0" y="0"/>
            <a:ext cx="287972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pPr>
              <a:defRPr/>
            </a:pPr>
            <a:endParaRPr lang="ru-RU"/>
          </a:p>
        </p:txBody>
      </p:sp>
      <p:sp>
        <p:nvSpPr>
          <p:cNvPr id="52227" name="Rectangle 3">
            <a:extLst>
              <a:ext uri="{FF2B5EF4-FFF2-40B4-BE49-F238E27FC236}">
                <a16:creationId xmlns:a16="http://schemas.microsoft.com/office/drawing/2014/main" id="{CDA595A0-8765-4822-B331-F6C56B5B3895}"/>
              </a:ext>
            </a:extLst>
          </p:cNvPr>
          <p:cNvSpPr>
            <a:spLocks noGrp="1" noChangeArrowheads="1"/>
          </p:cNvSpPr>
          <p:nvPr>
            <p:ph type="dt" idx="1"/>
          </p:nvPr>
        </p:nvSpPr>
        <p:spPr bwMode="auto">
          <a:xfrm>
            <a:off x="3763963" y="0"/>
            <a:ext cx="287972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defRPr>
            </a:lvl1pPr>
          </a:lstStyle>
          <a:p>
            <a:pPr>
              <a:defRPr/>
            </a:pPr>
            <a:endParaRPr lang="ru-RU"/>
          </a:p>
        </p:txBody>
      </p:sp>
      <p:sp>
        <p:nvSpPr>
          <p:cNvPr id="3076" name="Rectangle 4">
            <a:extLst>
              <a:ext uri="{FF2B5EF4-FFF2-40B4-BE49-F238E27FC236}">
                <a16:creationId xmlns:a16="http://schemas.microsoft.com/office/drawing/2014/main" id="{83F75AF0-19C5-44DC-B438-BCC88D7EC32F}"/>
              </a:ext>
            </a:extLst>
          </p:cNvPr>
          <p:cNvSpPr>
            <a:spLocks noGrp="1" noRot="1" noChangeAspect="1" noChangeArrowheads="1" noTextEdit="1"/>
          </p:cNvSpPr>
          <p:nvPr>
            <p:ph type="sldImg" idx="2"/>
          </p:nvPr>
        </p:nvSpPr>
        <p:spPr bwMode="auto">
          <a:xfrm>
            <a:off x="8413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9" name="Rectangle 5">
            <a:extLst>
              <a:ext uri="{FF2B5EF4-FFF2-40B4-BE49-F238E27FC236}">
                <a16:creationId xmlns:a16="http://schemas.microsoft.com/office/drawing/2014/main" id="{31BE943C-723A-46DB-B854-65719EBF8E49}"/>
              </a:ext>
            </a:extLst>
          </p:cNvPr>
          <p:cNvSpPr>
            <a:spLocks noGrp="1" noChangeArrowheads="1"/>
          </p:cNvSpPr>
          <p:nvPr>
            <p:ph type="body" sz="quarter" idx="3"/>
          </p:nvPr>
        </p:nvSpPr>
        <p:spPr bwMode="auto">
          <a:xfrm>
            <a:off x="665163" y="4714875"/>
            <a:ext cx="5314950" cy="4467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ru-RU" noProof="0"/>
              <a:t>Образец текста</a:t>
            </a:r>
          </a:p>
          <a:p>
            <a:pPr lvl="1"/>
            <a:r>
              <a:rPr lang="ru-RU" noProof="0"/>
              <a:t>Второй уровень</a:t>
            </a:r>
          </a:p>
          <a:p>
            <a:pPr lvl="2"/>
            <a:r>
              <a:rPr lang="ru-RU" noProof="0"/>
              <a:t>Третий уровень</a:t>
            </a:r>
          </a:p>
          <a:p>
            <a:pPr lvl="3"/>
            <a:r>
              <a:rPr lang="ru-RU" noProof="0"/>
              <a:t>Четвертый уровень</a:t>
            </a:r>
          </a:p>
          <a:p>
            <a:pPr lvl="4"/>
            <a:r>
              <a:rPr lang="ru-RU" noProof="0"/>
              <a:t>Пятый уровень</a:t>
            </a:r>
          </a:p>
        </p:txBody>
      </p:sp>
      <p:sp>
        <p:nvSpPr>
          <p:cNvPr id="52230" name="Rectangle 6">
            <a:extLst>
              <a:ext uri="{FF2B5EF4-FFF2-40B4-BE49-F238E27FC236}">
                <a16:creationId xmlns:a16="http://schemas.microsoft.com/office/drawing/2014/main" id="{FFC78783-E5A2-4AA9-B900-5FEFD82E14AB}"/>
              </a:ext>
            </a:extLst>
          </p:cNvPr>
          <p:cNvSpPr>
            <a:spLocks noGrp="1" noChangeArrowheads="1"/>
          </p:cNvSpPr>
          <p:nvPr>
            <p:ph type="ftr" sz="quarter" idx="4"/>
          </p:nvPr>
        </p:nvSpPr>
        <p:spPr bwMode="auto">
          <a:xfrm>
            <a:off x="0" y="9428163"/>
            <a:ext cx="2879725"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defRPr>
            </a:lvl1pPr>
          </a:lstStyle>
          <a:p>
            <a:pPr>
              <a:defRPr/>
            </a:pPr>
            <a:endParaRPr lang="ru-RU"/>
          </a:p>
        </p:txBody>
      </p:sp>
      <p:sp>
        <p:nvSpPr>
          <p:cNvPr id="52231" name="Rectangle 7">
            <a:extLst>
              <a:ext uri="{FF2B5EF4-FFF2-40B4-BE49-F238E27FC236}">
                <a16:creationId xmlns:a16="http://schemas.microsoft.com/office/drawing/2014/main" id="{CF587373-CACC-414C-ACA3-E2FD5B640427}"/>
              </a:ext>
            </a:extLst>
          </p:cNvPr>
          <p:cNvSpPr>
            <a:spLocks noGrp="1" noChangeArrowheads="1"/>
          </p:cNvSpPr>
          <p:nvPr>
            <p:ph type="sldNum" sz="quarter" idx="5"/>
          </p:nvPr>
        </p:nvSpPr>
        <p:spPr bwMode="auto">
          <a:xfrm>
            <a:off x="3763963" y="9428163"/>
            <a:ext cx="2879725"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fld id="{8524A8B7-545B-48B4-868E-53F930C158F4}" type="slidenum">
              <a:rPr lang="ru-RU" altLang="ru-RU"/>
              <a:pPr/>
              <a:t>‹#›</a:t>
            </a:fld>
            <a:endParaRPr lang="ru-RU" altLang="ru-RU"/>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3FBFD1A6-17EE-4160-8C43-283B390A89C9}"/>
              </a:ext>
            </a:extLst>
          </p:cNvPr>
          <p:cNvGrpSpPr>
            <a:grpSpLocks/>
          </p:cNvGrpSpPr>
          <p:nvPr/>
        </p:nvGrpSpPr>
        <p:grpSpPr bwMode="auto">
          <a:xfrm>
            <a:off x="0" y="6350"/>
            <a:ext cx="9140825" cy="6851650"/>
            <a:chOff x="0" y="4"/>
            <a:chExt cx="5758" cy="4316"/>
          </a:xfrm>
        </p:grpSpPr>
        <p:grpSp>
          <p:nvGrpSpPr>
            <p:cNvPr id="5" name="Group 3">
              <a:extLst>
                <a:ext uri="{FF2B5EF4-FFF2-40B4-BE49-F238E27FC236}">
                  <a16:creationId xmlns:a16="http://schemas.microsoft.com/office/drawing/2014/main" id="{33E05F21-AD72-4A8F-978B-BBE68C307E92}"/>
                </a:ext>
              </a:extLst>
            </p:cNvPr>
            <p:cNvGrpSpPr>
              <a:grpSpLocks/>
            </p:cNvGrpSpPr>
            <p:nvPr/>
          </p:nvGrpSpPr>
          <p:grpSpPr bwMode="auto">
            <a:xfrm>
              <a:off x="0" y="1161"/>
              <a:ext cx="5758" cy="3159"/>
              <a:chOff x="0" y="1161"/>
              <a:chExt cx="5758" cy="3159"/>
            </a:xfrm>
          </p:grpSpPr>
          <p:sp>
            <p:nvSpPr>
              <p:cNvPr id="16" name="Freeform 4">
                <a:extLst>
                  <a:ext uri="{FF2B5EF4-FFF2-40B4-BE49-F238E27FC236}">
                    <a16:creationId xmlns:a16="http://schemas.microsoft.com/office/drawing/2014/main" id="{E2C8571E-E798-4B90-B1F3-EB01CAC21F34}"/>
                  </a:ext>
                </a:extLst>
              </p:cNvPr>
              <p:cNvSpPr>
                <a:spLocks/>
              </p:cNvSpPr>
              <p:nvPr/>
            </p:nvSpPr>
            <p:spPr bwMode="hidden">
              <a:xfrm>
                <a:off x="558" y="1161"/>
                <a:ext cx="5200" cy="3159"/>
              </a:xfrm>
              <a:custGeom>
                <a:avLst/>
                <a:gdLst>
                  <a:gd name="T0" fmla="*/ 0 w 5184"/>
                  <a:gd name="T1" fmla="*/ 3159 h 3159"/>
                  <a:gd name="T2" fmla="*/ 5200 w 5184"/>
                  <a:gd name="T3" fmla="*/ 3159 h 3159"/>
                  <a:gd name="T4" fmla="*/ 5200 w 5184"/>
                  <a:gd name="T5" fmla="*/ 0 h 3159"/>
                  <a:gd name="T6" fmla="*/ 0 w 5184"/>
                  <a:gd name="T7" fmla="*/ 0 h 3159"/>
                  <a:gd name="T8" fmla="*/ 0 w 5184"/>
                  <a:gd name="T9" fmla="*/ 3159 h 3159"/>
                  <a:gd name="T10" fmla="*/ 0 w 5184"/>
                  <a:gd name="T11" fmla="*/ 3159 h 31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184" h="3159">
                    <a:moveTo>
                      <a:pt x="0" y="3159"/>
                    </a:moveTo>
                    <a:lnTo>
                      <a:pt x="5184" y="3159"/>
                    </a:lnTo>
                    <a:lnTo>
                      <a:pt x="5184" y="0"/>
                    </a:lnTo>
                    <a:lnTo>
                      <a:pt x="0" y="0"/>
                    </a:lnTo>
                    <a:lnTo>
                      <a:pt x="0" y="3159"/>
                    </a:lnTo>
                    <a:close/>
                  </a:path>
                </a:pathLst>
              </a:custGeom>
              <a:gradFill rotWithShape="0">
                <a:gsLst>
                  <a:gs pos="0">
                    <a:schemeClr val="bg1"/>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7" name="Freeform 5">
                <a:extLst>
                  <a:ext uri="{FF2B5EF4-FFF2-40B4-BE49-F238E27FC236}">
                    <a16:creationId xmlns:a16="http://schemas.microsoft.com/office/drawing/2014/main" id="{672B8478-3770-421D-852E-AED9EB288C15}"/>
                  </a:ext>
                </a:extLst>
              </p:cNvPr>
              <p:cNvSpPr>
                <a:spLocks/>
              </p:cNvSpPr>
              <p:nvPr/>
            </p:nvSpPr>
            <p:spPr bwMode="hidden">
              <a:xfrm>
                <a:off x="0" y="1161"/>
                <a:ext cx="558" cy="3159"/>
              </a:xfrm>
              <a:custGeom>
                <a:avLst/>
                <a:gdLst>
                  <a:gd name="T0" fmla="*/ 0 w 556"/>
                  <a:gd name="T1" fmla="*/ 0 h 3159"/>
                  <a:gd name="T2" fmla="*/ 0 w 556"/>
                  <a:gd name="T3" fmla="*/ 3159 h 3159"/>
                  <a:gd name="T4" fmla="*/ 558 w 556"/>
                  <a:gd name="T5" fmla="*/ 3159 h 3159"/>
                  <a:gd name="T6" fmla="*/ 558 w 556"/>
                  <a:gd name="T7" fmla="*/ 0 h 3159"/>
                  <a:gd name="T8" fmla="*/ 0 w 556"/>
                  <a:gd name="T9" fmla="*/ 0 h 3159"/>
                  <a:gd name="T10" fmla="*/ 0 w 556"/>
                  <a:gd name="T11" fmla="*/ 0 h 31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6" h="3159">
                    <a:moveTo>
                      <a:pt x="0" y="0"/>
                    </a:moveTo>
                    <a:lnTo>
                      <a:pt x="0" y="3159"/>
                    </a:lnTo>
                    <a:lnTo>
                      <a:pt x="556" y="3159"/>
                    </a:lnTo>
                    <a:lnTo>
                      <a:pt x="556" y="0"/>
                    </a:lnTo>
                    <a:lnTo>
                      <a:pt x="0" y="0"/>
                    </a:lnTo>
                    <a:close/>
                  </a:path>
                </a:pathLst>
              </a:custGeom>
              <a:gradFill rotWithShape="0">
                <a:gsLst>
                  <a:gs pos="0">
                    <a:schemeClr val="bg1"/>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grpSp>
        <p:sp>
          <p:nvSpPr>
            <p:cNvPr id="6" name="Freeform 6">
              <a:extLst>
                <a:ext uri="{FF2B5EF4-FFF2-40B4-BE49-F238E27FC236}">
                  <a16:creationId xmlns:a16="http://schemas.microsoft.com/office/drawing/2014/main" id="{EB3028B4-C5BF-4204-8AE0-137B0AC9DAD7}"/>
                </a:ext>
              </a:extLst>
            </p:cNvPr>
            <p:cNvSpPr>
              <a:spLocks/>
            </p:cNvSpPr>
            <p:nvPr/>
          </p:nvSpPr>
          <p:spPr bwMode="ltGray">
            <a:xfrm>
              <a:off x="552" y="951"/>
              <a:ext cx="12" cy="420"/>
            </a:xfrm>
            <a:custGeom>
              <a:avLst/>
              <a:gdLst/>
              <a:ahLst/>
              <a:cxnLst>
                <a:cxn ang="0">
                  <a:pos x="0" y="0"/>
                </a:cxn>
                <a:cxn ang="0">
                  <a:pos x="0" y="420"/>
                </a:cxn>
                <a:cxn ang="0">
                  <a:pos x="12" y="420"/>
                </a:cxn>
                <a:cxn ang="0">
                  <a:pos x="12" y="0"/>
                </a:cxn>
                <a:cxn ang="0">
                  <a:pos x="0" y="0"/>
                </a:cxn>
                <a:cxn ang="0">
                  <a:pos x="0" y="0"/>
                </a:cxn>
              </a:cxnLst>
              <a:rect l="0" t="0" r="r" b="b"/>
              <a:pathLst>
                <a:path w="12" h="420">
                  <a:moveTo>
                    <a:pt x="0" y="0"/>
                  </a:moveTo>
                  <a:lnTo>
                    <a:pt x="0" y="420"/>
                  </a:lnTo>
                  <a:lnTo>
                    <a:pt x="12" y="420"/>
                  </a:lnTo>
                  <a:lnTo>
                    <a:pt x="12" y="0"/>
                  </a:lnTo>
                  <a:lnTo>
                    <a:pt x="0" y="0"/>
                  </a:lnTo>
                  <a:lnTo>
                    <a:pt x="0" y="0"/>
                  </a:lnTo>
                  <a:close/>
                </a:path>
              </a:pathLst>
            </a:custGeom>
            <a:gradFill rotWithShape="0">
              <a:gsLst>
                <a:gs pos="0">
                  <a:schemeClr val="accent2"/>
                </a:gs>
                <a:gs pos="50000">
                  <a:schemeClr val="hlink"/>
                </a:gs>
                <a:gs pos="100000">
                  <a:schemeClr val="accent2"/>
                </a:gs>
              </a:gsLst>
              <a:lin ang="5400000" scaled="1"/>
            </a:gradFill>
            <a:ln w="9525">
              <a:noFill/>
              <a:round/>
              <a:headEnd/>
              <a:tailEnd/>
            </a:ln>
          </p:spPr>
          <p:txBody>
            <a:bodyPr/>
            <a:lstStyle/>
            <a:p>
              <a:pPr eaLnBrk="1" hangingPunct="1">
                <a:defRPr/>
              </a:pPr>
              <a:endParaRPr lang="en-US"/>
            </a:p>
          </p:txBody>
        </p:sp>
        <p:sp>
          <p:nvSpPr>
            <p:cNvPr id="7" name="Freeform 7">
              <a:extLst>
                <a:ext uri="{FF2B5EF4-FFF2-40B4-BE49-F238E27FC236}">
                  <a16:creationId xmlns:a16="http://schemas.microsoft.com/office/drawing/2014/main" id="{808B1FA8-28C9-41F3-9388-3DE7F2AC066B}"/>
                </a:ext>
              </a:extLst>
            </p:cNvPr>
            <p:cNvSpPr>
              <a:spLocks/>
            </p:cNvSpPr>
            <p:nvPr/>
          </p:nvSpPr>
          <p:spPr bwMode="ltGray">
            <a:xfrm>
              <a:off x="767" y="1155"/>
              <a:ext cx="252" cy="12"/>
            </a:xfrm>
            <a:custGeom>
              <a:avLst/>
              <a:gdLst>
                <a:gd name="T0" fmla="*/ 252 w 251"/>
                <a:gd name="T1" fmla="*/ 0 h 12"/>
                <a:gd name="T2" fmla="*/ 0 w 251"/>
                <a:gd name="T3" fmla="*/ 0 h 12"/>
                <a:gd name="T4" fmla="*/ 0 w 251"/>
                <a:gd name="T5" fmla="*/ 12 h 12"/>
                <a:gd name="T6" fmla="*/ 252 w 251"/>
                <a:gd name="T7" fmla="*/ 12 h 12"/>
                <a:gd name="T8" fmla="*/ 252 w 251"/>
                <a:gd name="T9" fmla="*/ 0 h 12"/>
                <a:gd name="T10" fmla="*/ 252 w 251"/>
                <a:gd name="T11" fmla="*/ 0 h 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1" h="12">
                  <a:moveTo>
                    <a:pt x="251" y="0"/>
                  </a:moveTo>
                  <a:lnTo>
                    <a:pt x="0" y="0"/>
                  </a:lnTo>
                  <a:lnTo>
                    <a:pt x="0" y="12"/>
                  </a:lnTo>
                  <a:lnTo>
                    <a:pt x="251" y="12"/>
                  </a:lnTo>
                  <a:lnTo>
                    <a:pt x="251" y="0"/>
                  </a:lnTo>
                  <a:close/>
                </a:path>
              </a:pathLst>
            </a:custGeom>
            <a:gradFill rotWithShape="0">
              <a:gsLst>
                <a:gs pos="0">
                  <a:schemeClr val="accent2"/>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8" name="Freeform 8">
              <a:extLst>
                <a:ext uri="{FF2B5EF4-FFF2-40B4-BE49-F238E27FC236}">
                  <a16:creationId xmlns:a16="http://schemas.microsoft.com/office/drawing/2014/main" id="{C98745E3-3BD8-4464-9BEC-489E7FD9C5A2}"/>
                </a:ext>
              </a:extLst>
            </p:cNvPr>
            <p:cNvSpPr>
              <a:spLocks/>
            </p:cNvSpPr>
            <p:nvPr/>
          </p:nvSpPr>
          <p:spPr bwMode="ltGray">
            <a:xfrm>
              <a:off x="0" y="1155"/>
              <a:ext cx="351" cy="12"/>
            </a:xfrm>
            <a:custGeom>
              <a:avLst/>
              <a:gdLst>
                <a:gd name="T0" fmla="*/ 0 w 251"/>
                <a:gd name="T1" fmla="*/ 0 h 12"/>
                <a:gd name="T2" fmla="*/ 0 w 251"/>
                <a:gd name="T3" fmla="*/ 12 h 12"/>
                <a:gd name="T4" fmla="*/ 351 w 251"/>
                <a:gd name="T5" fmla="*/ 12 h 12"/>
                <a:gd name="T6" fmla="*/ 351 w 251"/>
                <a:gd name="T7" fmla="*/ 0 h 12"/>
                <a:gd name="T8" fmla="*/ 0 w 251"/>
                <a:gd name="T9" fmla="*/ 0 h 12"/>
                <a:gd name="T10" fmla="*/ 0 w 251"/>
                <a:gd name="T11" fmla="*/ 0 h 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1" h="12">
                  <a:moveTo>
                    <a:pt x="0" y="0"/>
                  </a:moveTo>
                  <a:lnTo>
                    <a:pt x="0" y="12"/>
                  </a:lnTo>
                  <a:lnTo>
                    <a:pt x="251" y="12"/>
                  </a:lnTo>
                  <a:lnTo>
                    <a:pt x="251" y="0"/>
                  </a:lnTo>
                  <a:lnTo>
                    <a:pt x="0" y="0"/>
                  </a:lnTo>
                  <a:close/>
                </a:path>
              </a:pathLst>
            </a:custGeom>
            <a:gradFill rotWithShape="0">
              <a:gsLst>
                <a:gs pos="0">
                  <a:schemeClr val="bg2"/>
                </a:gs>
                <a:gs pos="100000">
                  <a:schemeClr val="accent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grpSp>
          <p:nvGrpSpPr>
            <p:cNvPr id="9" name="Group 9">
              <a:extLst>
                <a:ext uri="{FF2B5EF4-FFF2-40B4-BE49-F238E27FC236}">
                  <a16:creationId xmlns:a16="http://schemas.microsoft.com/office/drawing/2014/main" id="{0C295351-FDD2-4A4A-A284-6BBF3F9A5F58}"/>
                </a:ext>
              </a:extLst>
            </p:cNvPr>
            <p:cNvGrpSpPr>
              <a:grpSpLocks/>
            </p:cNvGrpSpPr>
            <p:nvPr/>
          </p:nvGrpSpPr>
          <p:grpSpPr bwMode="auto">
            <a:xfrm>
              <a:off x="348" y="4"/>
              <a:ext cx="5410" cy="4316"/>
              <a:chOff x="348" y="4"/>
              <a:chExt cx="5410" cy="4316"/>
            </a:xfrm>
          </p:grpSpPr>
          <p:sp>
            <p:nvSpPr>
              <p:cNvPr id="10" name="Freeform 10">
                <a:extLst>
                  <a:ext uri="{FF2B5EF4-FFF2-40B4-BE49-F238E27FC236}">
                    <a16:creationId xmlns:a16="http://schemas.microsoft.com/office/drawing/2014/main" id="{0095C4A1-167F-48AA-8A94-66D52737DEF4}"/>
                  </a:ext>
                </a:extLst>
              </p:cNvPr>
              <p:cNvSpPr>
                <a:spLocks/>
              </p:cNvSpPr>
              <p:nvPr/>
            </p:nvSpPr>
            <p:spPr bwMode="ltGray">
              <a:xfrm>
                <a:off x="552" y="4"/>
                <a:ext cx="12" cy="695"/>
              </a:xfrm>
              <a:custGeom>
                <a:avLst/>
                <a:gdLst>
                  <a:gd name="T0" fmla="*/ 12 w 12"/>
                  <a:gd name="T1" fmla="*/ 0 h 695"/>
                  <a:gd name="T2" fmla="*/ 0 w 12"/>
                  <a:gd name="T3" fmla="*/ 0 h 695"/>
                  <a:gd name="T4" fmla="*/ 0 w 12"/>
                  <a:gd name="T5" fmla="*/ 695 h 695"/>
                  <a:gd name="T6" fmla="*/ 12 w 12"/>
                  <a:gd name="T7" fmla="*/ 695 h 695"/>
                  <a:gd name="T8" fmla="*/ 12 w 12"/>
                  <a:gd name="T9" fmla="*/ 0 h 695"/>
                  <a:gd name="T10" fmla="*/ 12 w 12"/>
                  <a:gd name="T11" fmla="*/ 0 h 69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695">
                    <a:moveTo>
                      <a:pt x="12" y="0"/>
                    </a:moveTo>
                    <a:lnTo>
                      <a:pt x="0" y="0"/>
                    </a:lnTo>
                    <a:lnTo>
                      <a:pt x="0" y="695"/>
                    </a:lnTo>
                    <a:lnTo>
                      <a:pt x="12" y="695"/>
                    </a:lnTo>
                    <a:lnTo>
                      <a:pt x="12" y="0"/>
                    </a:lnTo>
                    <a:close/>
                  </a:path>
                </a:pathLst>
              </a:custGeom>
              <a:gradFill rotWithShape="0">
                <a:gsLst>
                  <a:gs pos="0">
                    <a:schemeClr val="bg1"/>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1" name="Freeform 11">
                <a:extLst>
                  <a:ext uri="{FF2B5EF4-FFF2-40B4-BE49-F238E27FC236}">
                    <a16:creationId xmlns:a16="http://schemas.microsoft.com/office/drawing/2014/main" id="{A34A3DA8-66DC-43B9-AF38-AE1B0E929D55}"/>
                  </a:ext>
                </a:extLst>
              </p:cNvPr>
              <p:cNvSpPr>
                <a:spLocks/>
              </p:cNvSpPr>
              <p:nvPr/>
            </p:nvSpPr>
            <p:spPr bwMode="ltGray">
              <a:xfrm>
                <a:off x="552" y="1623"/>
                <a:ext cx="12" cy="2697"/>
              </a:xfrm>
              <a:custGeom>
                <a:avLst/>
                <a:gdLst>
                  <a:gd name="T0" fmla="*/ 0 w 12"/>
                  <a:gd name="T1" fmla="*/ 2697 h 2697"/>
                  <a:gd name="T2" fmla="*/ 12 w 12"/>
                  <a:gd name="T3" fmla="*/ 2697 h 2697"/>
                  <a:gd name="T4" fmla="*/ 12 w 12"/>
                  <a:gd name="T5" fmla="*/ 0 h 2697"/>
                  <a:gd name="T6" fmla="*/ 0 w 12"/>
                  <a:gd name="T7" fmla="*/ 0 h 2697"/>
                  <a:gd name="T8" fmla="*/ 0 w 12"/>
                  <a:gd name="T9" fmla="*/ 2697 h 2697"/>
                  <a:gd name="T10" fmla="*/ 0 w 12"/>
                  <a:gd name="T11" fmla="*/ 2697 h 26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2697">
                    <a:moveTo>
                      <a:pt x="0" y="2697"/>
                    </a:moveTo>
                    <a:lnTo>
                      <a:pt x="12" y="2697"/>
                    </a:lnTo>
                    <a:lnTo>
                      <a:pt x="12" y="0"/>
                    </a:lnTo>
                    <a:lnTo>
                      <a:pt x="0" y="0"/>
                    </a:lnTo>
                    <a:lnTo>
                      <a:pt x="0" y="2697"/>
                    </a:lnTo>
                    <a:close/>
                  </a:path>
                </a:pathLst>
              </a:custGeom>
              <a:gradFill rotWithShape="0">
                <a:gsLst>
                  <a:gs pos="0">
                    <a:schemeClr val="bg2"/>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2" name="Freeform 12">
                <a:extLst>
                  <a:ext uri="{FF2B5EF4-FFF2-40B4-BE49-F238E27FC236}">
                    <a16:creationId xmlns:a16="http://schemas.microsoft.com/office/drawing/2014/main" id="{591BC193-7637-453F-84DC-45A884DBC6F0}"/>
                  </a:ext>
                </a:extLst>
              </p:cNvPr>
              <p:cNvSpPr>
                <a:spLocks/>
              </p:cNvSpPr>
              <p:nvPr/>
            </p:nvSpPr>
            <p:spPr bwMode="ltGray">
              <a:xfrm>
                <a:off x="1019" y="1155"/>
                <a:ext cx="4739" cy="12"/>
              </a:xfrm>
              <a:custGeom>
                <a:avLst/>
                <a:gdLst>
                  <a:gd name="T0" fmla="*/ 4739 w 4724"/>
                  <a:gd name="T1" fmla="*/ 0 h 12"/>
                  <a:gd name="T2" fmla="*/ 0 w 4724"/>
                  <a:gd name="T3" fmla="*/ 0 h 12"/>
                  <a:gd name="T4" fmla="*/ 0 w 4724"/>
                  <a:gd name="T5" fmla="*/ 12 h 12"/>
                  <a:gd name="T6" fmla="*/ 4739 w 4724"/>
                  <a:gd name="T7" fmla="*/ 12 h 12"/>
                  <a:gd name="T8" fmla="*/ 4739 w 4724"/>
                  <a:gd name="T9" fmla="*/ 0 h 12"/>
                  <a:gd name="T10" fmla="*/ 4739 w 4724"/>
                  <a:gd name="T11" fmla="*/ 0 h 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724" h="12">
                    <a:moveTo>
                      <a:pt x="4724" y="0"/>
                    </a:moveTo>
                    <a:lnTo>
                      <a:pt x="0" y="0"/>
                    </a:lnTo>
                    <a:lnTo>
                      <a:pt x="0" y="12"/>
                    </a:lnTo>
                    <a:lnTo>
                      <a:pt x="4724" y="12"/>
                    </a:lnTo>
                    <a:lnTo>
                      <a:pt x="4724" y="0"/>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3" name="Freeform 13">
                <a:extLst>
                  <a:ext uri="{FF2B5EF4-FFF2-40B4-BE49-F238E27FC236}">
                    <a16:creationId xmlns:a16="http://schemas.microsoft.com/office/drawing/2014/main" id="{FCBAF069-A7C1-4D7D-B0A5-4ADC1531534A}"/>
                  </a:ext>
                </a:extLst>
              </p:cNvPr>
              <p:cNvSpPr>
                <a:spLocks/>
              </p:cNvSpPr>
              <p:nvPr/>
            </p:nvSpPr>
            <p:spPr bwMode="ltGray">
              <a:xfrm>
                <a:off x="552" y="1371"/>
                <a:ext cx="12" cy="252"/>
              </a:xfrm>
              <a:custGeom>
                <a:avLst/>
                <a:gdLst>
                  <a:gd name="T0" fmla="*/ 0 w 12"/>
                  <a:gd name="T1" fmla="*/ 252 h 252"/>
                  <a:gd name="T2" fmla="*/ 12 w 12"/>
                  <a:gd name="T3" fmla="*/ 252 h 252"/>
                  <a:gd name="T4" fmla="*/ 12 w 12"/>
                  <a:gd name="T5" fmla="*/ 0 h 252"/>
                  <a:gd name="T6" fmla="*/ 0 w 12"/>
                  <a:gd name="T7" fmla="*/ 0 h 252"/>
                  <a:gd name="T8" fmla="*/ 0 w 12"/>
                  <a:gd name="T9" fmla="*/ 252 h 252"/>
                  <a:gd name="T10" fmla="*/ 0 w 12"/>
                  <a:gd name="T11" fmla="*/ 252 h 2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252">
                    <a:moveTo>
                      <a:pt x="0" y="252"/>
                    </a:moveTo>
                    <a:lnTo>
                      <a:pt x="12" y="252"/>
                    </a:lnTo>
                    <a:lnTo>
                      <a:pt x="12" y="0"/>
                    </a:lnTo>
                    <a:lnTo>
                      <a:pt x="0" y="0"/>
                    </a:lnTo>
                    <a:lnTo>
                      <a:pt x="0" y="252"/>
                    </a:lnTo>
                    <a:close/>
                  </a:path>
                </a:pathLst>
              </a:custGeom>
              <a:gradFill rotWithShape="0">
                <a:gsLst>
                  <a:gs pos="0">
                    <a:schemeClr val="accent2"/>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4" name="Freeform 14">
                <a:extLst>
                  <a:ext uri="{FF2B5EF4-FFF2-40B4-BE49-F238E27FC236}">
                    <a16:creationId xmlns:a16="http://schemas.microsoft.com/office/drawing/2014/main" id="{0957A3BF-9065-4C51-805D-3E13AB555CC4}"/>
                  </a:ext>
                </a:extLst>
              </p:cNvPr>
              <p:cNvSpPr>
                <a:spLocks/>
              </p:cNvSpPr>
              <p:nvPr/>
            </p:nvSpPr>
            <p:spPr bwMode="ltGray">
              <a:xfrm>
                <a:off x="552" y="699"/>
                <a:ext cx="12" cy="252"/>
              </a:xfrm>
              <a:custGeom>
                <a:avLst/>
                <a:gdLst>
                  <a:gd name="T0" fmla="*/ 12 w 12"/>
                  <a:gd name="T1" fmla="*/ 0 h 252"/>
                  <a:gd name="T2" fmla="*/ 0 w 12"/>
                  <a:gd name="T3" fmla="*/ 0 h 252"/>
                  <a:gd name="T4" fmla="*/ 0 w 12"/>
                  <a:gd name="T5" fmla="*/ 252 h 252"/>
                  <a:gd name="T6" fmla="*/ 12 w 12"/>
                  <a:gd name="T7" fmla="*/ 252 h 252"/>
                  <a:gd name="T8" fmla="*/ 12 w 12"/>
                  <a:gd name="T9" fmla="*/ 0 h 252"/>
                  <a:gd name="T10" fmla="*/ 12 w 12"/>
                  <a:gd name="T11" fmla="*/ 0 h 2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252">
                    <a:moveTo>
                      <a:pt x="12" y="0"/>
                    </a:moveTo>
                    <a:lnTo>
                      <a:pt x="0" y="0"/>
                    </a:lnTo>
                    <a:lnTo>
                      <a:pt x="0" y="252"/>
                    </a:lnTo>
                    <a:lnTo>
                      <a:pt x="12" y="252"/>
                    </a:lnTo>
                    <a:lnTo>
                      <a:pt x="12" y="0"/>
                    </a:lnTo>
                    <a:close/>
                  </a:path>
                </a:pathLst>
              </a:custGeom>
              <a:gradFill rotWithShape="0">
                <a:gsLst>
                  <a:gs pos="0">
                    <a:schemeClr val="bg2"/>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5" name="Freeform 15">
                <a:extLst>
                  <a:ext uri="{FF2B5EF4-FFF2-40B4-BE49-F238E27FC236}">
                    <a16:creationId xmlns:a16="http://schemas.microsoft.com/office/drawing/2014/main" id="{161DF01C-8FF7-4A6C-A223-6858A1EC38B9}"/>
                  </a:ext>
                </a:extLst>
              </p:cNvPr>
              <p:cNvSpPr>
                <a:spLocks/>
              </p:cNvSpPr>
              <p:nvPr/>
            </p:nvSpPr>
            <p:spPr bwMode="ltGray">
              <a:xfrm>
                <a:off x="348" y="1155"/>
                <a:ext cx="419" cy="12"/>
              </a:xfrm>
              <a:custGeom>
                <a:avLst/>
                <a:gdLst/>
                <a:ahLst/>
                <a:cxnLst>
                  <a:cxn ang="0">
                    <a:pos x="0" y="0"/>
                  </a:cxn>
                  <a:cxn ang="0">
                    <a:pos x="0" y="12"/>
                  </a:cxn>
                  <a:cxn ang="0">
                    <a:pos x="418" y="12"/>
                  </a:cxn>
                  <a:cxn ang="0">
                    <a:pos x="418" y="0"/>
                  </a:cxn>
                  <a:cxn ang="0">
                    <a:pos x="0" y="0"/>
                  </a:cxn>
                  <a:cxn ang="0">
                    <a:pos x="0" y="0"/>
                  </a:cxn>
                </a:cxnLst>
                <a:rect l="0" t="0" r="r" b="b"/>
                <a:pathLst>
                  <a:path w="418" h="12">
                    <a:moveTo>
                      <a:pt x="0" y="0"/>
                    </a:moveTo>
                    <a:lnTo>
                      <a:pt x="0" y="12"/>
                    </a:lnTo>
                    <a:lnTo>
                      <a:pt x="418" y="12"/>
                    </a:lnTo>
                    <a:lnTo>
                      <a:pt x="418" y="0"/>
                    </a:lnTo>
                    <a:lnTo>
                      <a:pt x="0" y="0"/>
                    </a:lnTo>
                    <a:lnTo>
                      <a:pt x="0" y="0"/>
                    </a:lnTo>
                    <a:close/>
                  </a:path>
                </a:pathLst>
              </a:custGeom>
              <a:gradFill rotWithShape="0">
                <a:gsLst>
                  <a:gs pos="0">
                    <a:schemeClr val="accent2"/>
                  </a:gs>
                  <a:gs pos="50000">
                    <a:schemeClr val="hlink"/>
                  </a:gs>
                  <a:gs pos="100000">
                    <a:schemeClr val="accent2"/>
                  </a:gs>
                </a:gsLst>
                <a:lin ang="0" scaled="1"/>
              </a:gradFill>
              <a:ln w="9525">
                <a:noFill/>
                <a:round/>
                <a:headEnd/>
                <a:tailEnd/>
              </a:ln>
            </p:spPr>
            <p:txBody>
              <a:bodyPr/>
              <a:lstStyle/>
              <a:p>
                <a:pPr eaLnBrk="1" hangingPunct="1">
                  <a:defRPr/>
                </a:pPr>
                <a:endParaRPr lang="en-US"/>
              </a:p>
            </p:txBody>
          </p:sp>
        </p:grpSp>
      </p:grpSp>
      <p:sp>
        <p:nvSpPr>
          <p:cNvPr id="58384" name="Rectangle 16"/>
          <p:cNvSpPr>
            <a:spLocks noGrp="1" noChangeArrowheads="1"/>
          </p:cNvSpPr>
          <p:nvPr>
            <p:ph type="ctrTitle" sz="quarter"/>
          </p:nvPr>
        </p:nvSpPr>
        <p:spPr>
          <a:xfrm>
            <a:off x="1066800" y="1997075"/>
            <a:ext cx="7086600" cy="1431925"/>
          </a:xfrm>
        </p:spPr>
        <p:txBody>
          <a:bodyPr anchor="b"/>
          <a:lstStyle>
            <a:lvl1pPr>
              <a:defRPr/>
            </a:lvl1pPr>
          </a:lstStyle>
          <a:p>
            <a:r>
              <a:rPr lang="ru-RU"/>
              <a:t>Образец заголовка</a:t>
            </a:r>
          </a:p>
        </p:txBody>
      </p:sp>
      <p:sp>
        <p:nvSpPr>
          <p:cNvPr id="58385" name="Rectangle 17"/>
          <p:cNvSpPr>
            <a:spLocks noGrp="1" noChangeArrowheads="1"/>
          </p:cNvSpPr>
          <p:nvPr>
            <p:ph type="subTitle" sz="quarter" idx="1"/>
          </p:nvPr>
        </p:nvSpPr>
        <p:spPr>
          <a:xfrm>
            <a:off x="1066800" y="3886200"/>
            <a:ext cx="6400800" cy="1752600"/>
          </a:xfrm>
        </p:spPr>
        <p:txBody>
          <a:bodyPr/>
          <a:lstStyle>
            <a:lvl1pPr marL="0" indent="0">
              <a:buFont typeface="Wingdings" pitchFamily="2" charset="2"/>
              <a:buNone/>
              <a:defRPr/>
            </a:lvl1pPr>
          </a:lstStyle>
          <a:p>
            <a:r>
              <a:rPr lang="ru-RU"/>
              <a:t>Образец подзаголовка</a:t>
            </a:r>
          </a:p>
        </p:txBody>
      </p:sp>
      <p:sp>
        <p:nvSpPr>
          <p:cNvPr id="18" name="Rectangle 18">
            <a:extLst>
              <a:ext uri="{FF2B5EF4-FFF2-40B4-BE49-F238E27FC236}">
                <a16:creationId xmlns:a16="http://schemas.microsoft.com/office/drawing/2014/main" id="{AA39C6BF-2AE2-4AC3-972C-53BE1569D9AD}"/>
              </a:ext>
            </a:extLst>
          </p:cNvPr>
          <p:cNvSpPr>
            <a:spLocks noGrp="1" noChangeArrowheads="1"/>
          </p:cNvSpPr>
          <p:nvPr>
            <p:ph type="dt" sz="quarter" idx="10"/>
          </p:nvPr>
        </p:nvSpPr>
        <p:spPr/>
        <p:txBody>
          <a:bodyPr/>
          <a:lstStyle>
            <a:lvl1pPr>
              <a:defRPr/>
            </a:lvl1pPr>
          </a:lstStyle>
          <a:p>
            <a:pPr>
              <a:defRPr/>
            </a:pPr>
            <a:endParaRPr lang="ru-RU"/>
          </a:p>
        </p:txBody>
      </p:sp>
      <p:sp>
        <p:nvSpPr>
          <p:cNvPr id="19" name="Rectangle 19">
            <a:extLst>
              <a:ext uri="{FF2B5EF4-FFF2-40B4-BE49-F238E27FC236}">
                <a16:creationId xmlns:a16="http://schemas.microsoft.com/office/drawing/2014/main" id="{7E5DAD85-A2B3-4292-9D0C-7FB3882C0EC7}"/>
              </a:ext>
            </a:extLst>
          </p:cNvPr>
          <p:cNvSpPr>
            <a:spLocks noGrp="1" noChangeArrowheads="1"/>
          </p:cNvSpPr>
          <p:nvPr>
            <p:ph type="ftr" sz="quarter" idx="11"/>
          </p:nvPr>
        </p:nvSpPr>
        <p:spPr>
          <a:xfrm>
            <a:off x="3352800" y="6248400"/>
            <a:ext cx="2895600" cy="457200"/>
          </a:xfrm>
        </p:spPr>
        <p:txBody>
          <a:bodyPr/>
          <a:lstStyle>
            <a:lvl1pPr>
              <a:defRPr/>
            </a:lvl1pPr>
          </a:lstStyle>
          <a:p>
            <a:pPr>
              <a:defRPr/>
            </a:pPr>
            <a:endParaRPr lang="ru-RU"/>
          </a:p>
        </p:txBody>
      </p:sp>
      <p:sp>
        <p:nvSpPr>
          <p:cNvPr id="20" name="Rectangle 20">
            <a:extLst>
              <a:ext uri="{FF2B5EF4-FFF2-40B4-BE49-F238E27FC236}">
                <a16:creationId xmlns:a16="http://schemas.microsoft.com/office/drawing/2014/main" id="{542337B4-CB87-42DF-BAE4-A51E36A2C3C4}"/>
              </a:ext>
            </a:extLst>
          </p:cNvPr>
          <p:cNvSpPr>
            <a:spLocks noGrp="1" noChangeArrowheads="1"/>
          </p:cNvSpPr>
          <p:nvPr>
            <p:ph type="sldNum" sz="quarter" idx="12"/>
          </p:nvPr>
        </p:nvSpPr>
        <p:spPr/>
        <p:txBody>
          <a:bodyPr/>
          <a:lstStyle>
            <a:lvl1pPr>
              <a:defRPr/>
            </a:lvl1pPr>
          </a:lstStyle>
          <a:p>
            <a:fld id="{D8117F5C-27F1-4531-AB1B-D669CF270DC8}" type="slidenum">
              <a:rPr lang="ru-RU" altLang="ru-RU"/>
              <a:pPr/>
              <a:t>‹#›</a:t>
            </a:fld>
            <a:endParaRPr lang="ru-RU" altLang="ru-RU"/>
          </a:p>
        </p:txBody>
      </p:sp>
    </p:spTree>
    <p:extLst>
      <p:ext uri="{BB962C8B-B14F-4D97-AF65-F5344CB8AC3E}">
        <p14:creationId xmlns:p14="http://schemas.microsoft.com/office/powerpoint/2010/main" val="3328619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endParaRPr lang="en-US"/>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Rectangle 17">
            <a:extLst>
              <a:ext uri="{FF2B5EF4-FFF2-40B4-BE49-F238E27FC236}">
                <a16:creationId xmlns:a16="http://schemas.microsoft.com/office/drawing/2014/main" id="{FEEAD89B-F6A4-4C15-B757-B4AAE640D49E}"/>
              </a:ext>
            </a:extLst>
          </p:cNvPr>
          <p:cNvSpPr>
            <a:spLocks noGrp="1" noChangeArrowheads="1"/>
          </p:cNvSpPr>
          <p:nvPr>
            <p:ph type="dt" sz="half" idx="10"/>
          </p:nvPr>
        </p:nvSpPr>
        <p:spPr>
          <a:ln/>
        </p:spPr>
        <p:txBody>
          <a:bodyPr/>
          <a:lstStyle>
            <a:lvl1pPr>
              <a:defRPr/>
            </a:lvl1pPr>
          </a:lstStyle>
          <a:p>
            <a:pPr>
              <a:defRPr/>
            </a:pPr>
            <a:endParaRPr lang="ru-RU"/>
          </a:p>
        </p:txBody>
      </p:sp>
      <p:sp>
        <p:nvSpPr>
          <p:cNvPr id="5" name="Rectangle 18">
            <a:extLst>
              <a:ext uri="{FF2B5EF4-FFF2-40B4-BE49-F238E27FC236}">
                <a16:creationId xmlns:a16="http://schemas.microsoft.com/office/drawing/2014/main" id="{33C6D50D-10E9-4DD0-85DD-D4D0DC5057E1}"/>
              </a:ext>
            </a:extLst>
          </p:cNvPr>
          <p:cNvSpPr>
            <a:spLocks noGrp="1" noChangeArrowheads="1"/>
          </p:cNvSpPr>
          <p:nvPr>
            <p:ph type="ftr" sz="quarter" idx="11"/>
          </p:nvPr>
        </p:nvSpPr>
        <p:spPr>
          <a:ln/>
        </p:spPr>
        <p:txBody>
          <a:bodyPr/>
          <a:lstStyle>
            <a:lvl1pPr>
              <a:defRPr/>
            </a:lvl1pPr>
          </a:lstStyle>
          <a:p>
            <a:pPr>
              <a:defRPr/>
            </a:pPr>
            <a:endParaRPr lang="ru-RU"/>
          </a:p>
        </p:txBody>
      </p:sp>
      <p:sp>
        <p:nvSpPr>
          <p:cNvPr id="6" name="Rectangle 19">
            <a:extLst>
              <a:ext uri="{FF2B5EF4-FFF2-40B4-BE49-F238E27FC236}">
                <a16:creationId xmlns:a16="http://schemas.microsoft.com/office/drawing/2014/main" id="{46E6C19E-AA9B-43DB-BCD3-E95487E6D4A9}"/>
              </a:ext>
            </a:extLst>
          </p:cNvPr>
          <p:cNvSpPr>
            <a:spLocks noGrp="1" noChangeArrowheads="1"/>
          </p:cNvSpPr>
          <p:nvPr>
            <p:ph type="sldNum" sz="quarter" idx="12"/>
          </p:nvPr>
        </p:nvSpPr>
        <p:spPr>
          <a:ln/>
        </p:spPr>
        <p:txBody>
          <a:bodyPr/>
          <a:lstStyle>
            <a:lvl1pPr>
              <a:defRPr/>
            </a:lvl1pPr>
          </a:lstStyle>
          <a:p>
            <a:fld id="{35B774D7-0F7F-4C5E-9F1C-13F0038EBADD}" type="slidenum">
              <a:rPr lang="ru-RU" altLang="ru-RU"/>
              <a:pPr/>
              <a:t>‹#›</a:t>
            </a:fld>
            <a:endParaRPr lang="ru-RU" altLang="ru-RU"/>
          </a:p>
        </p:txBody>
      </p:sp>
    </p:spTree>
    <p:extLst>
      <p:ext uri="{BB962C8B-B14F-4D97-AF65-F5344CB8AC3E}">
        <p14:creationId xmlns:p14="http://schemas.microsoft.com/office/powerpoint/2010/main" val="1769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endParaRPr lang="en-US"/>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
        <p:nvSpPr>
          <p:cNvPr id="4" name="Rectangle 17">
            <a:extLst>
              <a:ext uri="{FF2B5EF4-FFF2-40B4-BE49-F238E27FC236}">
                <a16:creationId xmlns:a16="http://schemas.microsoft.com/office/drawing/2014/main" id="{48EDEC83-37C0-4150-A47A-EFB5EC748E6D}"/>
              </a:ext>
            </a:extLst>
          </p:cNvPr>
          <p:cNvSpPr>
            <a:spLocks noGrp="1" noChangeArrowheads="1"/>
          </p:cNvSpPr>
          <p:nvPr>
            <p:ph type="dt" sz="half" idx="10"/>
          </p:nvPr>
        </p:nvSpPr>
        <p:spPr>
          <a:ln/>
        </p:spPr>
        <p:txBody>
          <a:bodyPr/>
          <a:lstStyle>
            <a:lvl1pPr>
              <a:defRPr/>
            </a:lvl1pPr>
          </a:lstStyle>
          <a:p>
            <a:pPr>
              <a:defRPr/>
            </a:pPr>
            <a:endParaRPr lang="ru-RU"/>
          </a:p>
        </p:txBody>
      </p:sp>
      <p:sp>
        <p:nvSpPr>
          <p:cNvPr id="5" name="Rectangle 18">
            <a:extLst>
              <a:ext uri="{FF2B5EF4-FFF2-40B4-BE49-F238E27FC236}">
                <a16:creationId xmlns:a16="http://schemas.microsoft.com/office/drawing/2014/main" id="{09F0A922-101F-4129-AA84-7F3BE67B7B6A}"/>
              </a:ext>
            </a:extLst>
          </p:cNvPr>
          <p:cNvSpPr>
            <a:spLocks noGrp="1" noChangeArrowheads="1"/>
          </p:cNvSpPr>
          <p:nvPr>
            <p:ph type="ftr" sz="quarter" idx="11"/>
          </p:nvPr>
        </p:nvSpPr>
        <p:spPr>
          <a:ln/>
        </p:spPr>
        <p:txBody>
          <a:bodyPr/>
          <a:lstStyle>
            <a:lvl1pPr>
              <a:defRPr/>
            </a:lvl1pPr>
          </a:lstStyle>
          <a:p>
            <a:pPr>
              <a:defRPr/>
            </a:pPr>
            <a:endParaRPr lang="ru-RU"/>
          </a:p>
        </p:txBody>
      </p:sp>
      <p:sp>
        <p:nvSpPr>
          <p:cNvPr id="6" name="Rectangle 19">
            <a:extLst>
              <a:ext uri="{FF2B5EF4-FFF2-40B4-BE49-F238E27FC236}">
                <a16:creationId xmlns:a16="http://schemas.microsoft.com/office/drawing/2014/main" id="{4CEA7832-A019-450A-A114-51E16142FEA4}"/>
              </a:ext>
            </a:extLst>
          </p:cNvPr>
          <p:cNvSpPr>
            <a:spLocks noGrp="1" noChangeArrowheads="1"/>
          </p:cNvSpPr>
          <p:nvPr>
            <p:ph type="sldNum" sz="quarter" idx="12"/>
          </p:nvPr>
        </p:nvSpPr>
        <p:spPr>
          <a:ln/>
        </p:spPr>
        <p:txBody>
          <a:bodyPr/>
          <a:lstStyle>
            <a:lvl1pPr>
              <a:defRPr/>
            </a:lvl1pPr>
          </a:lstStyle>
          <a:p>
            <a:fld id="{62815D81-751F-44C6-967F-D9B6865E70E3}" type="slidenum">
              <a:rPr lang="ru-RU" altLang="ru-RU"/>
              <a:pPr/>
              <a:t>‹#›</a:t>
            </a:fld>
            <a:endParaRPr lang="ru-RU" altLang="ru-RU"/>
          </a:p>
        </p:txBody>
      </p:sp>
    </p:spTree>
    <p:extLst>
      <p:ext uri="{BB962C8B-B14F-4D97-AF65-F5344CB8AC3E}">
        <p14:creationId xmlns:p14="http://schemas.microsoft.com/office/powerpoint/2010/main" val="530096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endParaRPr lang="en-US"/>
          </a:p>
        </p:txBody>
      </p:sp>
      <p:sp>
        <p:nvSpPr>
          <p:cNvPr id="3" name="Содержимое 2"/>
          <p:cNvSpPr>
            <a:spLocks noGrp="1"/>
          </p:cNvSpPr>
          <p:nvPr>
            <p:ph sz="half" idx="1"/>
          </p:nvPr>
        </p:nvSpPr>
        <p:spPr>
          <a:xfrm>
            <a:off x="1066800" y="1981200"/>
            <a:ext cx="36957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Содержимое 3"/>
          <p:cNvSpPr>
            <a:spLocks noGrp="1"/>
          </p:cNvSpPr>
          <p:nvPr>
            <p:ph sz="half" idx="2"/>
          </p:nvPr>
        </p:nvSpPr>
        <p:spPr>
          <a:xfrm>
            <a:off x="4914900" y="1981200"/>
            <a:ext cx="36957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Rectangle 17">
            <a:extLst>
              <a:ext uri="{FF2B5EF4-FFF2-40B4-BE49-F238E27FC236}">
                <a16:creationId xmlns:a16="http://schemas.microsoft.com/office/drawing/2014/main" id="{C2C77930-208E-4FD2-B53F-9DE37BE3DBE8}"/>
              </a:ext>
            </a:extLst>
          </p:cNvPr>
          <p:cNvSpPr>
            <a:spLocks noGrp="1" noChangeArrowheads="1"/>
          </p:cNvSpPr>
          <p:nvPr>
            <p:ph type="dt" sz="half" idx="10"/>
          </p:nvPr>
        </p:nvSpPr>
        <p:spPr>
          <a:ln/>
        </p:spPr>
        <p:txBody>
          <a:bodyPr/>
          <a:lstStyle>
            <a:lvl1pPr>
              <a:defRPr/>
            </a:lvl1pPr>
          </a:lstStyle>
          <a:p>
            <a:pPr>
              <a:defRPr/>
            </a:pPr>
            <a:endParaRPr lang="ru-RU"/>
          </a:p>
        </p:txBody>
      </p:sp>
      <p:sp>
        <p:nvSpPr>
          <p:cNvPr id="6" name="Rectangle 18">
            <a:extLst>
              <a:ext uri="{FF2B5EF4-FFF2-40B4-BE49-F238E27FC236}">
                <a16:creationId xmlns:a16="http://schemas.microsoft.com/office/drawing/2014/main" id="{D7F2A73E-BC66-4C73-BB70-3ECDF924640A}"/>
              </a:ext>
            </a:extLst>
          </p:cNvPr>
          <p:cNvSpPr>
            <a:spLocks noGrp="1" noChangeArrowheads="1"/>
          </p:cNvSpPr>
          <p:nvPr>
            <p:ph type="ftr" sz="quarter" idx="11"/>
          </p:nvPr>
        </p:nvSpPr>
        <p:spPr>
          <a:ln/>
        </p:spPr>
        <p:txBody>
          <a:bodyPr/>
          <a:lstStyle>
            <a:lvl1pPr>
              <a:defRPr/>
            </a:lvl1pPr>
          </a:lstStyle>
          <a:p>
            <a:pPr>
              <a:defRPr/>
            </a:pPr>
            <a:endParaRPr lang="ru-RU"/>
          </a:p>
        </p:txBody>
      </p:sp>
      <p:sp>
        <p:nvSpPr>
          <p:cNvPr id="7" name="Rectangle 19">
            <a:extLst>
              <a:ext uri="{FF2B5EF4-FFF2-40B4-BE49-F238E27FC236}">
                <a16:creationId xmlns:a16="http://schemas.microsoft.com/office/drawing/2014/main" id="{229EFAAB-6175-4B30-B924-E5465BB57CB9}"/>
              </a:ext>
            </a:extLst>
          </p:cNvPr>
          <p:cNvSpPr>
            <a:spLocks noGrp="1" noChangeArrowheads="1"/>
          </p:cNvSpPr>
          <p:nvPr>
            <p:ph type="sldNum" sz="quarter" idx="12"/>
          </p:nvPr>
        </p:nvSpPr>
        <p:spPr>
          <a:ln/>
        </p:spPr>
        <p:txBody>
          <a:bodyPr/>
          <a:lstStyle>
            <a:lvl1pPr>
              <a:defRPr/>
            </a:lvl1pPr>
          </a:lstStyle>
          <a:p>
            <a:fld id="{EEE9FDE3-B68D-4EEA-96FB-B9A6397F647E}" type="slidenum">
              <a:rPr lang="ru-RU" altLang="ru-RU"/>
              <a:pPr/>
              <a:t>‹#›</a:t>
            </a:fld>
            <a:endParaRPr lang="ru-RU" altLang="ru-RU"/>
          </a:p>
        </p:txBody>
      </p:sp>
    </p:spTree>
    <p:extLst>
      <p:ext uri="{BB962C8B-B14F-4D97-AF65-F5344CB8AC3E}">
        <p14:creationId xmlns:p14="http://schemas.microsoft.com/office/powerpoint/2010/main" val="2493257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lvl1pPr>
              <a:defRPr/>
            </a:lvl1pPr>
          </a:lstStyle>
          <a:p>
            <a:r>
              <a:rPr lang="ru-RU"/>
              <a:t>Образец заголовка</a:t>
            </a:r>
            <a:endParaRPr lang="en-US"/>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Rectangle 17">
            <a:extLst>
              <a:ext uri="{FF2B5EF4-FFF2-40B4-BE49-F238E27FC236}">
                <a16:creationId xmlns:a16="http://schemas.microsoft.com/office/drawing/2014/main" id="{F1367D16-CCF0-453E-8A05-3A0649D340B8}"/>
              </a:ext>
            </a:extLst>
          </p:cNvPr>
          <p:cNvSpPr>
            <a:spLocks noGrp="1" noChangeArrowheads="1"/>
          </p:cNvSpPr>
          <p:nvPr>
            <p:ph type="dt" sz="half" idx="10"/>
          </p:nvPr>
        </p:nvSpPr>
        <p:spPr>
          <a:ln/>
        </p:spPr>
        <p:txBody>
          <a:bodyPr/>
          <a:lstStyle>
            <a:lvl1pPr>
              <a:defRPr/>
            </a:lvl1pPr>
          </a:lstStyle>
          <a:p>
            <a:pPr>
              <a:defRPr/>
            </a:pPr>
            <a:endParaRPr lang="ru-RU"/>
          </a:p>
        </p:txBody>
      </p:sp>
      <p:sp>
        <p:nvSpPr>
          <p:cNvPr id="8" name="Rectangle 18">
            <a:extLst>
              <a:ext uri="{FF2B5EF4-FFF2-40B4-BE49-F238E27FC236}">
                <a16:creationId xmlns:a16="http://schemas.microsoft.com/office/drawing/2014/main" id="{F049E460-A234-4902-9A28-B0D97B64185A}"/>
              </a:ext>
            </a:extLst>
          </p:cNvPr>
          <p:cNvSpPr>
            <a:spLocks noGrp="1" noChangeArrowheads="1"/>
          </p:cNvSpPr>
          <p:nvPr>
            <p:ph type="ftr" sz="quarter" idx="11"/>
          </p:nvPr>
        </p:nvSpPr>
        <p:spPr>
          <a:ln/>
        </p:spPr>
        <p:txBody>
          <a:bodyPr/>
          <a:lstStyle>
            <a:lvl1pPr>
              <a:defRPr/>
            </a:lvl1pPr>
          </a:lstStyle>
          <a:p>
            <a:pPr>
              <a:defRPr/>
            </a:pPr>
            <a:endParaRPr lang="ru-RU"/>
          </a:p>
        </p:txBody>
      </p:sp>
      <p:sp>
        <p:nvSpPr>
          <p:cNvPr id="9" name="Rectangle 19">
            <a:extLst>
              <a:ext uri="{FF2B5EF4-FFF2-40B4-BE49-F238E27FC236}">
                <a16:creationId xmlns:a16="http://schemas.microsoft.com/office/drawing/2014/main" id="{7C4BE1CD-6AB0-4958-9B51-9F6EBCCB2D5E}"/>
              </a:ext>
            </a:extLst>
          </p:cNvPr>
          <p:cNvSpPr>
            <a:spLocks noGrp="1" noChangeArrowheads="1"/>
          </p:cNvSpPr>
          <p:nvPr>
            <p:ph type="sldNum" sz="quarter" idx="12"/>
          </p:nvPr>
        </p:nvSpPr>
        <p:spPr>
          <a:ln/>
        </p:spPr>
        <p:txBody>
          <a:bodyPr/>
          <a:lstStyle>
            <a:lvl1pPr>
              <a:defRPr/>
            </a:lvl1pPr>
          </a:lstStyle>
          <a:p>
            <a:fld id="{83F481A8-4057-40BF-AE7C-D337F7DFAC6F}" type="slidenum">
              <a:rPr lang="ru-RU" altLang="ru-RU"/>
              <a:pPr/>
              <a:t>‹#›</a:t>
            </a:fld>
            <a:endParaRPr lang="ru-RU" altLang="ru-RU"/>
          </a:p>
        </p:txBody>
      </p:sp>
    </p:spTree>
    <p:extLst>
      <p:ext uri="{BB962C8B-B14F-4D97-AF65-F5344CB8AC3E}">
        <p14:creationId xmlns:p14="http://schemas.microsoft.com/office/powerpoint/2010/main" val="3744219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endParaRPr lang="en-US"/>
          </a:p>
        </p:txBody>
      </p:sp>
      <p:sp>
        <p:nvSpPr>
          <p:cNvPr id="3" name="Rectangle 17">
            <a:extLst>
              <a:ext uri="{FF2B5EF4-FFF2-40B4-BE49-F238E27FC236}">
                <a16:creationId xmlns:a16="http://schemas.microsoft.com/office/drawing/2014/main" id="{089CC0DD-F573-4A15-A54F-8DAD1D9B64FA}"/>
              </a:ext>
            </a:extLst>
          </p:cNvPr>
          <p:cNvSpPr>
            <a:spLocks noGrp="1" noChangeArrowheads="1"/>
          </p:cNvSpPr>
          <p:nvPr>
            <p:ph type="dt" sz="half" idx="10"/>
          </p:nvPr>
        </p:nvSpPr>
        <p:spPr>
          <a:ln/>
        </p:spPr>
        <p:txBody>
          <a:bodyPr/>
          <a:lstStyle>
            <a:lvl1pPr>
              <a:defRPr/>
            </a:lvl1pPr>
          </a:lstStyle>
          <a:p>
            <a:pPr>
              <a:defRPr/>
            </a:pPr>
            <a:endParaRPr lang="ru-RU"/>
          </a:p>
        </p:txBody>
      </p:sp>
      <p:sp>
        <p:nvSpPr>
          <p:cNvPr id="4" name="Rectangle 18">
            <a:extLst>
              <a:ext uri="{FF2B5EF4-FFF2-40B4-BE49-F238E27FC236}">
                <a16:creationId xmlns:a16="http://schemas.microsoft.com/office/drawing/2014/main" id="{A2D8BD38-0004-4B19-8034-7DDE31626F31}"/>
              </a:ext>
            </a:extLst>
          </p:cNvPr>
          <p:cNvSpPr>
            <a:spLocks noGrp="1" noChangeArrowheads="1"/>
          </p:cNvSpPr>
          <p:nvPr>
            <p:ph type="ftr" sz="quarter" idx="11"/>
          </p:nvPr>
        </p:nvSpPr>
        <p:spPr>
          <a:ln/>
        </p:spPr>
        <p:txBody>
          <a:bodyPr/>
          <a:lstStyle>
            <a:lvl1pPr>
              <a:defRPr/>
            </a:lvl1pPr>
          </a:lstStyle>
          <a:p>
            <a:pPr>
              <a:defRPr/>
            </a:pPr>
            <a:endParaRPr lang="ru-RU"/>
          </a:p>
        </p:txBody>
      </p:sp>
      <p:sp>
        <p:nvSpPr>
          <p:cNvPr id="5" name="Rectangle 19">
            <a:extLst>
              <a:ext uri="{FF2B5EF4-FFF2-40B4-BE49-F238E27FC236}">
                <a16:creationId xmlns:a16="http://schemas.microsoft.com/office/drawing/2014/main" id="{68DAE86B-578F-49D4-9174-7F2DA21E7DC1}"/>
              </a:ext>
            </a:extLst>
          </p:cNvPr>
          <p:cNvSpPr>
            <a:spLocks noGrp="1" noChangeArrowheads="1"/>
          </p:cNvSpPr>
          <p:nvPr>
            <p:ph type="sldNum" sz="quarter" idx="12"/>
          </p:nvPr>
        </p:nvSpPr>
        <p:spPr>
          <a:ln/>
        </p:spPr>
        <p:txBody>
          <a:bodyPr/>
          <a:lstStyle>
            <a:lvl1pPr>
              <a:defRPr/>
            </a:lvl1pPr>
          </a:lstStyle>
          <a:p>
            <a:fld id="{1B11F8B7-3771-4ECB-A75E-025CFE4D403C}" type="slidenum">
              <a:rPr lang="ru-RU" altLang="ru-RU"/>
              <a:pPr/>
              <a:t>‹#›</a:t>
            </a:fld>
            <a:endParaRPr lang="ru-RU" altLang="ru-RU"/>
          </a:p>
        </p:txBody>
      </p:sp>
    </p:spTree>
    <p:extLst>
      <p:ext uri="{BB962C8B-B14F-4D97-AF65-F5344CB8AC3E}">
        <p14:creationId xmlns:p14="http://schemas.microsoft.com/office/powerpoint/2010/main" val="2928303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17">
            <a:extLst>
              <a:ext uri="{FF2B5EF4-FFF2-40B4-BE49-F238E27FC236}">
                <a16:creationId xmlns:a16="http://schemas.microsoft.com/office/drawing/2014/main" id="{727EEAAD-4B0B-40B9-80D5-1E26065CB1FA}"/>
              </a:ext>
            </a:extLst>
          </p:cNvPr>
          <p:cNvSpPr>
            <a:spLocks noGrp="1" noChangeArrowheads="1"/>
          </p:cNvSpPr>
          <p:nvPr>
            <p:ph type="dt" sz="half" idx="10"/>
          </p:nvPr>
        </p:nvSpPr>
        <p:spPr>
          <a:ln/>
        </p:spPr>
        <p:txBody>
          <a:bodyPr/>
          <a:lstStyle>
            <a:lvl1pPr>
              <a:defRPr/>
            </a:lvl1pPr>
          </a:lstStyle>
          <a:p>
            <a:pPr>
              <a:defRPr/>
            </a:pPr>
            <a:endParaRPr lang="ru-RU"/>
          </a:p>
        </p:txBody>
      </p:sp>
      <p:sp>
        <p:nvSpPr>
          <p:cNvPr id="3" name="Rectangle 18">
            <a:extLst>
              <a:ext uri="{FF2B5EF4-FFF2-40B4-BE49-F238E27FC236}">
                <a16:creationId xmlns:a16="http://schemas.microsoft.com/office/drawing/2014/main" id="{705FFF15-126C-48A7-B154-E2FA2CD9C77A}"/>
              </a:ext>
            </a:extLst>
          </p:cNvPr>
          <p:cNvSpPr>
            <a:spLocks noGrp="1" noChangeArrowheads="1"/>
          </p:cNvSpPr>
          <p:nvPr>
            <p:ph type="ftr" sz="quarter" idx="11"/>
          </p:nvPr>
        </p:nvSpPr>
        <p:spPr>
          <a:ln/>
        </p:spPr>
        <p:txBody>
          <a:bodyPr/>
          <a:lstStyle>
            <a:lvl1pPr>
              <a:defRPr/>
            </a:lvl1pPr>
          </a:lstStyle>
          <a:p>
            <a:pPr>
              <a:defRPr/>
            </a:pPr>
            <a:endParaRPr lang="ru-RU"/>
          </a:p>
        </p:txBody>
      </p:sp>
      <p:sp>
        <p:nvSpPr>
          <p:cNvPr id="4" name="Rectangle 19">
            <a:extLst>
              <a:ext uri="{FF2B5EF4-FFF2-40B4-BE49-F238E27FC236}">
                <a16:creationId xmlns:a16="http://schemas.microsoft.com/office/drawing/2014/main" id="{9ECC9589-291E-43CB-A87F-D62690BA9CB9}"/>
              </a:ext>
            </a:extLst>
          </p:cNvPr>
          <p:cNvSpPr>
            <a:spLocks noGrp="1" noChangeArrowheads="1"/>
          </p:cNvSpPr>
          <p:nvPr>
            <p:ph type="sldNum" sz="quarter" idx="12"/>
          </p:nvPr>
        </p:nvSpPr>
        <p:spPr>
          <a:ln/>
        </p:spPr>
        <p:txBody>
          <a:bodyPr/>
          <a:lstStyle>
            <a:lvl1pPr>
              <a:defRPr/>
            </a:lvl1pPr>
          </a:lstStyle>
          <a:p>
            <a:fld id="{036C0552-88D5-4784-914D-1D12B4CF3F25}" type="slidenum">
              <a:rPr lang="ru-RU" altLang="ru-RU"/>
              <a:pPr/>
              <a:t>‹#›</a:t>
            </a:fld>
            <a:endParaRPr lang="ru-RU" altLang="ru-RU"/>
          </a:p>
        </p:txBody>
      </p:sp>
    </p:spTree>
    <p:extLst>
      <p:ext uri="{BB962C8B-B14F-4D97-AF65-F5344CB8AC3E}">
        <p14:creationId xmlns:p14="http://schemas.microsoft.com/office/powerpoint/2010/main" val="3427724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endParaRPr lang="en-US"/>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17">
            <a:extLst>
              <a:ext uri="{FF2B5EF4-FFF2-40B4-BE49-F238E27FC236}">
                <a16:creationId xmlns:a16="http://schemas.microsoft.com/office/drawing/2014/main" id="{277128BA-79FA-4DAE-B90D-C4A7D621056A}"/>
              </a:ext>
            </a:extLst>
          </p:cNvPr>
          <p:cNvSpPr>
            <a:spLocks noGrp="1" noChangeArrowheads="1"/>
          </p:cNvSpPr>
          <p:nvPr>
            <p:ph type="dt" sz="half" idx="10"/>
          </p:nvPr>
        </p:nvSpPr>
        <p:spPr>
          <a:ln/>
        </p:spPr>
        <p:txBody>
          <a:bodyPr/>
          <a:lstStyle>
            <a:lvl1pPr>
              <a:defRPr/>
            </a:lvl1pPr>
          </a:lstStyle>
          <a:p>
            <a:pPr>
              <a:defRPr/>
            </a:pPr>
            <a:endParaRPr lang="ru-RU"/>
          </a:p>
        </p:txBody>
      </p:sp>
      <p:sp>
        <p:nvSpPr>
          <p:cNvPr id="6" name="Rectangle 18">
            <a:extLst>
              <a:ext uri="{FF2B5EF4-FFF2-40B4-BE49-F238E27FC236}">
                <a16:creationId xmlns:a16="http://schemas.microsoft.com/office/drawing/2014/main" id="{327F2B36-A18D-4D2D-9FA5-55F4D4AF6C1E}"/>
              </a:ext>
            </a:extLst>
          </p:cNvPr>
          <p:cNvSpPr>
            <a:spLocks noGrp="1" noChangeArrowheads="1"/>
          </p:cNvSpPr>
          <p:nvPr>
            <p:ph type="ftr" sz="quarter" idx="11"/>
          </p:nvPr>
        </p:nvSpPr>
        <p:spPr>
          <a:ln/>
        </p:spPr>
        <p:txBody>
          <a:bodyPr/>
          <a:lstStyle>
            <a:lvl1pPr>
              <a:defRPr/>
            </a:lvl1pPr>
          </a:lstStyle>
          <a:p>
            <a:pPr>
              <a:defRPr/>
            </a:pPr>
            <a:endParaRPr lang="ru-RU"/>
          </a:p>
        </p:txBody>
      </p:sp>
      <p:sp>
        <p:nvSpPr>
          <p:cNvPr id="7" name="Rectangle 19">
            <a:extLst>
              <a:ext uri="{FF2B5EF4-FFF2-40B4-BE49-F238E27FC236}">
                <a16:creationId xmlns:a16="http://schemas.microsoft.com/office/drawing/2014/main" id="{1BD6ABE4-894F-4BAE-9924-D5DBC6CFA81C}"/>
              </a:ext>
            </a:extLst>
          </p:cNvPr>
          <p:cNvSpPr>
            <a:spLocks noGrp="1" noChangeArrowheads="1"/>
          </p:cNvSpPr>
          <p:nvPr>
            <p:ph type="sldNum" sz="quarter" idx="12"/>
          </p:nvPr>
        </p:nvSpPr>
        <p:spPr>
          <a:ln/>
        </p:spPr>
        <p:txBody>
          <a:bodyPr/>
          <a:lstStyle>
            <a:lvl1pPr>
              <a:defRPr/>
            </a:lvl1pPr>
          </a:lstStyle>
          <a:p>
            <a:fld id="{179BB93C-37F8-41EC-B052-77B42E7F510A}" type="slidenum">
              <a:rPr lang="ru-RU" altLang="ru-RU"/>
              <a:pPr/>
              <a:t>‹#›</a:t>
            </a:fld>
            <a:endParaRPr lang="ru-RU" altLang="ru-RU"/>
          </a:p>
        </p:txBody>
      </p:sp>
    </p:spTree>
    <p:extLst>
      <p:ext uri="{BB962C8B-B14F-4D97-AF65-F5344CB8AC3E}">
        <p14:creationId xmlns:p14="http://schemas.microsoft.com/office/powerpoint/2010/main" val="350621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endParaRPr lang="en-US"/>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17">
            <a:extLst>
              <a:ext uri="{FF2B5EF4-FFF2-40B4-BE49-F238E27FC236}">
                <a16:creationId xmlns:a16="http://schemas.microsoft.com/office/drawing/2014/main" id="{72AF16FF-57D8-4581-8695-C81A6A449379}"/>
              </a:ext>
            </a:extLst>
          </p:cNvPr>
          <p:cNvSpPr>
            <a:spLocks noGrp="1" noChangeArrowheads="1"/>
          </p:cNvSpPr>
          <p:nvPr>
            <p:ph type="dt" sz="half" idx="10"/>
          </p:nvPr>
        </p:nvSpPr>
        <p:spPr>
          <a:ln/>
        </p:spPr>
        <p:txBody>
          <a:bodyPr/>
          <a:lstStyle>
            <a:lvl1pPr>
              <a:defRPr/>
            </a:lvl1pPr>
          </a:lstStyle>
          <a:p>
            <a:pPr>
              <a:defRPr/>
            </a:pPr>
            <a:endParaRPr lang="ru-RU"/>
          </a:p>
        </p:txBody>
      </p:sp>
      <p:sp>
        <p:nvSpPr>
          <p:cNvPr id="6" name="Rectangle 18">
            <a:extLst>
              <a:ext uri="{FF2B5EF4-FFF2-40B4-BE49-F238E27FC236}">
                <a16:creationId xmlns:a16="http://schemas.microsoft.com/office/drawing/2014/main" id="{F093FA28-CF5E-4DEF-A690-629CE8480BE5}"/>
              </a:ext>
            </a:extLst>
          </p:cNvPr>
          <p:cNvSpPr>
            <a:spLocks noGrp="1" noChangeArrowheads="1"/>
          </p:cNvSpPr>
          <p:nvPr>
            <p:ph type="ftr" sz="quarter" idx="11"/>
          </p:nvPr>
        </p:nvSpPr>
        <p:spPr>
          <a:ln/>
        </p:spPr>
        <p:txBody>
          <a:bodyPr/>
          <a:lstStyle>
            <a:lvl1pPr>
              <a:defRPr/>
            </a:lvl1pPr>
          </a:lstStyle>
          <a:p>
            <a:pPr>
              <a:defRPr/>
            </a:pPr>
            <a:endParaRPr lang="ru-RU"/>
          </a:p>
        </p:txBody>
      </p:sp>
      <p:sp>
        <p:nvSpPr>
          <p:cNvPr id="7" name="Rectangle 19">
            <a:extLst>
              <a:ext uri="{FF2B5EF4-FFF2-40B4-BE49-F238E27FC236}">
                <a16:creationId xmlns:a16="http://schemas.microsoft.com/office/drawing/2014/main" id="{57C5BEA1-2C40-4809-8A09-D5B6474852D7}"/>
              </a:ext>
            </a:extLst>
          </p:cNvPr>
          <p:cNvSpPr>
            <a:spLocks noGrp="1" noChangeArrowheads="1"/>
          </p:cNvSpPr>
          <p:nvPr>
            <p:ph type="sldNum" sz="quarter" idx="12"/>
          </p:nvPr>
        </p:nvSpPr>
        <p:spPr>
          <a:ln/>
        </p:spPr>
        <p:txBody>
          <a:bodyPr/>
          <a:lstStyle>
            <a:lvl1pPr>
              <a:defRPr/>
            </a:lvl1pPr>
          </a:lstStyle>
          <a:p>
            <a:fld id="{10227CC2-704F-4CEC-9343-AF4B3B0C84B5}" type="slidenum">
              <a:rPr lang="ru-RU" altLang="ru-RU"/>
              <a:pPr/>
              <a:t>‹#›</a:t>
            </a:fld>
            <a:endParaRPr lang="ru-RU" altLang="ru-RU"/>
          </a:p>
        </p:txBody>
      </p:sp>
    </p:spTree>
    <p:extLst>
      <p:ext uri="{BB962C8B-B14F-4D97-AF65-F5344CB8AC3E}">
        <p14:creationId xmlns:p14="http://schemas.microsoft.com/office/powerpoint/2010/main" val="1647311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endParaRPr lang="en-US"/>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Rectangle 17">
            <a:extLst>
              <a:ext uri="{FF2B5EF4-FFF2-40B4-BE49-F238E27FC236}">
                <a16:creationId xmlns:a16="http://schemas.microsoft.com/office/drawing/2014/main" id="{A1A3E387-91F5-4EB4-BDC9-67B9BDBC6BF9}"/>
              </a:ext>
            </a:extLst>
          </p:cNvPr>
          <p:cNvSpPr>
            <a:spLocks noGrp="1" noChangeArrowheads="1"/>
          </p:cNvSpPr>
          <p:nvPr>
            <p:ph type="dt" sz="half" idx="10"/>
          </p:nvPr>
        </p:nvSpPr>
        <p:spPr>
          <a:ln/>
        </p:spPr>
        <p:txBody>
          <a:bodyPr/>
          <a:lstStyle>
            <a:lvl1pPr>
              <a:defRPr/>
            </a:lvl1pPr>
          </a:lstStyle>
          <a:p>
            <a:pPr>
              <a:defRPr/>
            </a:pPr>
            <a:endParaRPr lang="ru-RU"/>
          </a:p>
        </p:txBody>
      </p:sp>
      <p:sp>
        <p:nvSpPr>
          <p:cNvPr id="5" name="Rectangle 18">
            <a:extLst>
              <a:ext uri="{FF2B5EF4-FFF2-40B4-BE49-F238E27FC236}">
                <a16:creationId xmlns:a16="http://schemas.microsoft.com/office/drawing/2014/main" id="{B6F05924-998A-42BE-9E71-B10A790FCA02}"/>
              </a:ext>
            </a:extLst>
          </p:cNvPr>
          <p:cNvSpPr>
            <a:spLocks noGrp="1" noChangeArrowheads="1"/>
          </p:cNvSpPr>
          <p:nvPr>
            <p:ph type="ftr" sz="quarter" idx="11"/>
          </p:nvPr>
        </p:nvSpPr>
        <p:spPr>
          <a:ln/>
        </p:spPr>
        <p:txBody>
          <a:bodyPr/>
          <a:lstStyle>
            <a:lvl1pPr>
              <a:defRPr/>
            </a:lvl1pPr>
          </a:lstStyle>
          <a:p>
            <a:pPr>
              <a:defRPr/>
            </a:pPr>
            <a:endParaRPr lang="ru-RU"/>
          </a:p>
        </p:txBody>
      </p:sp>
      <p:sp>
        <p:nvSpPr>
          <p:cNvPr id="6" name="Rectangle 19">
            <a:extLst>
              <a:ext uri="{FF2B5EF4-FFF2-40B4-BE49-F238E27FC236}">
                <a16:creationId xmlns:a16="http://schemas.microsoft.com/office/drawing/2014/main" id="{8BB7DB5F-A9A7-41B5-9B69-AD3B955705C8}"/>
              </a:ext>
            </a:extLst>
          </p:cNvPr>
          <p:cNvSpPr>
            <a:spLocks noGrp="1" noChangeArrowheads="1"/>
          </p:cNvSpPr>
          <p:nvPr>
            <p:ph type="sldNum" sz="quarter" idx="12"/>
          </p:nvPr>
        </p:nvSpPr>
        <p:spPr>
          <a:ln/>
        </p:spPr>
        <p:txBody>
          <a:bodyPr/>
          <a:lstStyle>
            <a:lvl1pPr>
              <a:defRPr/>
            </a:lvl1pPr>
          </a:lstStyle>
          <a:p>
            <a:fld id="{2FFC5A25-E48D-4F36-BEA5-BD52E6B6BD4E}" type="slidenum">
              <a:rPr lang="ru-RU" altLang="ru-RU"/>
              <a:pPr/>
              <a:t>‹#›</a:t>
            </a:fld>
            <a:endParaRPr lang="ru-RU" altLang="ru-RU"/>
          </a:p>
        </p:txBody>
      </p:sp>
    </p:spTree>
    <p:extLst>
      <p:ext uri="{BB962C8B-B14F-4D97-AF65-F5344CB8AC3E}">
        <p14:creationId xmlns:p14="http://schemas.microsoft.com/office/powerpoint/2010/main" val="798863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724650" y="304800"/>
            <a:ext cx="1885950" cy="5791200"/>
          </a:xfrm>
        </p:spPr>
        <p:txBody>
          <a:bodyPr vert="eaVert"/>
          <a:lstStyle/>
          <a:p>
            <a:r>
              <a:rPr lang="ru-RU"/>
              <a:t>Образец заголовка</a:t>
            </a:r>
            <a:endParaRPr lang="en-US"/>
          </a:p>
        </p:txBody>
      </p:sp>
      <p:sp>
        <p:nvSpPr>
          <p:cNvPr id="3" name="Вертикальный текст 2"/>
          <p:cNvSpPr>
            <a:spLocks noGrp="1"/>
          </p:cNvSpPr>
          <p:nvPr>
            <p:ph type="body" orient="vert" idx="1"/>
          </p:nvPr>
        </p:nvSpPr>
        <p:spPr>
          <a:xfrm>
            <a:off x="1066800" y="304800"/>
            <a:ext cx="5505450" cy="579120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Rectangle 17">
            <a:extLst>
              <a:ext uri="{FF2B5EF4-FFF2-40B4-BE49-F238E27FC236}">
                <a16:creationId xmlns:a16="http://schemas.microsoft.com/office/drawing/2014/main" id="{89F0A47A-8FCE-45F1-9729-634289C7C6E5}"/>
              </a:ext>
            </a:extLst>
          </p:cNvPr>
          <p:cNvSpPr>
            <a:spLocks noGrp="1" noChangeArrowheads="1"/>
          </p:cNvSpPr>
          <p:nvPr>
            <p:ph type="dt" sz="half" idx="10"/>
          </p:nvPr>
        </p:nvSpPr>
        <p:spPr>
          <a:ln/>
        </p:spPr>
        <p:txBody>
          <a:bodyPr/>
          <a:lstStyle>
            <a:lvl1pPr>
              <a:defRPr/>
            </a:lvl1pPr>
          </a:lstStyle>
          <a:p>
            <a:pPr>
              <a:defRPr/>
            </a:pPr>
            <a:endParaRPr lang="ru-RU"/>
          </a:p>
        </p:txBody>
      </p:sp>
      <p:sp>
        <p:nvSpPr>
          <p:cNvPr id="5" name="Rectangle 18">
            <a:extLst>
              <a:ext uri="{FF2B5EF4-FFF2-40B4-BE49-F238E27FC236}">
                <a16:creationId xmlns:a16="http://schemas.microsoft.com/office/drawing/2014/main" id="{E01EE024-4C09-48F2-BECA-D030B8D89400}"/>
              </a:ext>
            </a:extLst>
          </p:cNvPr>
          <p:cNvSpPr>
            <a:spLocks noGrp="1" noChangeArrowheads="1"/>
          </p:cNvSpPr>
          <p:nvPr>
            <p:ph type="ftr" sz="quarter" idx="11"/>
          </p:nvPr>
        </p:nvSpPr>
        <p:spPr>
          <a:ln/>
        </p:spPr>
        <p:txBody>
          <a:bodyPr/>
          <a:lstStyle>
            <a:lvl1pPr>
              <a:defRPr/>
            </a:lvl1pPr>
          </a:lstStyle>
          <a:p>
            <a:pPr>
              <a:defRPr/>
            </a:pPr>
            <a:endParaRPr lang="ru-RU"/>
          </a:p>
        </p:txBody>
      </p:sp>
      <p:sp>
        <p:nvSpPr>
          <p:cNvPr id="6" name="Rectangle 19">
            <a:extLst>
              <a:ext uri="{FF2B5EF4-FFF2-40B4-BE49-F238E27FC236}">
                <a16:creationId xmlns:a16="http://schemas.microsoft.com/office/drawing/2014/main" id="{8814DF13-D6A7-43AA-9F7D-5F28CC20642A}"/>
              </a:ext>
            </a:extLst>
          </p:cNvPr>
          <p:cNvSpPr>
            <a:spLocks noGrp="1" noChangeArrowheads="1"/>
          </p:cNvSpPr>
          <p:nvPr>
            <p:ph type="sldNum" sz="quarter" idx="12"/>
          </p:nvPr>
        </p:nvSpPr>
        <p:spPr>
          <a:ln/>
        </p:spPr>
        <p:txBody>
          <a:bodyPr/>
          <a:lstStyle>
            <a:lvl1pPr>
              <a:defRPr/>
            </a:lvl1pPr>
          </a:lstStyle>
          <a:p>
            <a:fld id="{90C38585-F933-4E78-8D3B-9092FB126423}" type="slidenum">
              <a:rPr lang="ru-RU" altLang="ru-RU"/>
              <a:pPr/>
              <a:t>‹#›</a:t>
            </a:fld>
            <a:endParaRPr lang="ru-RU" altLang="ru-RU"/>
          </a:p>
        </p:txBody>
      </p:sp>
    </p:spTree>
    <p:extLst>
      <p:ext uri="{BB962C8B-B14F-4D97-AF65-F5344CB8AC3E}">
        <p14:creationId xmlns:p14="http://schemas.microsoft.com/office/powerpoint/2010/main" val="2840239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AndTx" preserve="1">
  <p:cSld name="Заголовок, диаграмма и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66800" y="304800"/>
            <a:ext cx="7543800" cy="1431925"/>
          </a:xfrm>
        </p:spPr>
        <p:txBody>
          <a:bodyPr/>
          <a:lstStyle/>
          <a:p>
            <a:r>
              <a:rPr lang="ru-RU"/>
              <a:t>Образец заголовка</a:t>
            </a:r>
            <a:endParaRPr lang="en-US"/>
          </a:p>
        </p:txBody>
      </p:sp>
      <p:sp>
        <p:nvSpPr>
          <p:cNvPr id="3" name="Диаграмма 2"/>
          <p:cNvSpPr>
            <a:spLocks noGrp="1"/>
          </p:cNvSpPr>
          <p:nvPr>
            <p:ph type="chart" sz="half" idx="1"/>
          </p:nvPr>
        </p:nvSpPr>
        <p:spPr>
          <a:xfrm>
            <a:off x="1066800" y="1981200"/>
            <a:ext cx="3695700" cy="4114800"/>
          </a:xfrm>
        </p:spPr>
        <p:txBody>
          <a:bodyPr/>
          <a:lstStyle/>
          <a:p>
            <a:pPr lvl="0"/>
            <a:endParaRPr lang="en-US" noProof="0"/>
          </a:p>
        </p:txBody>
      </p:sp>
      <p:sp>
        <p:nvSpPr>
          <p:cNvPr id="4" name="Текст 3"/>
          <p:cNvSpPr>
            <a:spLocks noGrp="1"/>
          </p:cNvSpPr>
          <p:nvPr>
            <p:ph type="body" sz="half" idx="2"/>
          </p:nvPr>
        </p:nvSpPr>
        <p:spPr>
          <a:xfrm>
            <a:off x="4914900" y="1981200"/>
            <a:ext cx="3695700" cy="41148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Rectangle 17">
            <a:extLst>
              <a:ext uri="{FF2B5EF4-FFF2-40B4-BE49-F238E27FC236}">
                <a16:creationId xmlns:a16="http://schemas.microsoft.com/office/drawing/2014/main" id="{64D1B9AF-2C1F-411D-B22F-9533F915804A}"/>
              </a:ext>
            </a:extLst>
          </p:cNvPr>
          <p:cNvSpPr>
            <a:spLocks noGrp="1" noChangeArrowheads="1"/>
          </p:cNvSpPr>
          <p:nvPr>
            <p:ph type="dt" sz="half" idx="10"/>
          </p:nvPr>
        </p:nvSpPr>
        <p:spPr>
          <a:ln/>
        </p:spPr>
        <p:txBody>
          <a:bodyPr/>
          <a:lstStyle>
            <a:lvl1pPr>
              <a:defRPr/>
            </a:lvl1pPr>
          </a:lstStyle>
          <a:p>
            <a:pPr>
              <a:defRPr/>
            </a:pPr>
            <a:endParaRPr lang="ru-RU"/>
          </a:p>
        </p:txBody>
      </p:sp>
      <p:sp>
        <p:nvSpPr>
          <p:cNvPr id="6" name="Rectangle 18">
            <a:extLst>
              <a:ext uri="{FF2B5EF4-FFF2-40B4-BE49-F238E27FC236}">
                <a16:creationId xmlns:a16="http://schemas.microsoft.com/office/drawing/2014/main" id="{38FA86D0-FD82-497D-B74B-DC4E780DCE09}"/>
              </a:ext>
            </a:extLst>
          </p:cNvPr>
          <p:cNvSpPr>
            <a:spLocks noGrp="1" noChangeArrowheads="1"/>
          </p:cNvSpPr>
          <p:nvPr>
            <p:ph type="ftr" sz="quarter" idx="11"/>
          </p:nvPr>
        </p:nvSpPr>
        <p:spPr>
          <a:ln/>
        </p:spPr>
        <p:txBody>
          <a:bodyPr/>
          <a:lstStyle>
            <a:lvl1pPr>
              <a:defRPr/>
            </a:lvl1pPr>
          </a:lstStyle>
          <a:p>
            <a:pPr>
              <a:defRPr/>
            </a:pPr>
            <a:endParaRPr lang="ru-RU"/>
          </a:p>
        </p:txBody>
      </p:sp>
      <p:sp>
        <p:nvSpPr>
          <p:cNvPr id="7" name="Rectangle 19">
            <a:extLst>
              <a:ext uri="{FF2B5EF4-FFF2-40B4-BE49-F238E27FC236}">
                <a16:creationId xmlns:a16="http://schemas.microsoft.com/office/drawing/2014/main" id="{EAAE1BD6-316E-486E-AE58-DEED0300C4D4}"/>
              </a:ext>
            </a:extLst>
          </p:cNvPr>
          <p:cNvSpPr>
            <a:spLocks noGrp="1" noChangeArrowheads="1"/>
          </p:cNvSpPr>
          <p:nvPr>
            <p:ph type="sldNum" sz="quarter" idx="12"/>
          </p:nvPr>
        </p:nvSpPr>
        <p:spPr>
          <a:ln/>
        </p:spPr>
        <p:txBody>
          <a:bodyPr/>
          <a:lstStyle>
            <a:lvl1pPr>
              <a:defRPr/>
            </a:lvl1pPr>
          </a:lstStyle>
          <a:p>
            <a:fld id="{BD3688BA-C673-4D7E-98E6-815E6AD0E8DB}" type="slidenum">
              <a:rPr lang="ru-RU" altLang="ru-RU"/>
              <a:pPr/>
              <a:t>‹#›</a:t>
            </a:fld>
            <a:endParaRPr lang="ru-RU" altLang="ru-RU"/>
          </a:p>
        </p:txBody>
      </p:sp>
    </p:spTree>
    <p:extLst>
      <p:ext uri="{BB962C8B-B14F-4D97-AF65-F5344CB8AC3E}">
        <p14:creationId xmlns:p14="http://schemas.microsoft.com/office/powerpoint/2010/main" val="3793405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8849F8E7-07EC-4F36-BEC3-23A0E2B253AD}"/>
              </a:ext>
            </a:extLst>
          </p:cNvPr>
          <p:cNvGrpSpPr>
            <a:grpSpLocks/>
          </p:cNvGrpSpPr>
          <p:nvPr/>
        </p:nvGrpSpPr>
        <p:grpSpPr bwMode="auto">
          <a:xfrm>
            <a:off x="0" y="6350"/>
            <a:ext cx="9140825" cy="6851650"/>
            <a:chOff x="0" y="4"/>
            <a:chExt cx="5758" cy="4316"/>
          </a:xfrm>
        </p:grpSpPr>
        <p:sp>
          <p:nvSpPr>
            <p:cNvPr id="1032" name="Freeform 3">
              <a:extLst>
                <a:ext uri="{FF2B5EF4-FFF2-40B4-BE49-F238E27FC236}">
                  <a16:creationId xmlns:a16="http://schemas.microsoft.com/office/drawing/2014/main" id="{D8629420-D597-4A90-A1D7-C191CCE7B80E}"/>
                </a:ext>
              </a:extLst>
            </p:cNvPr>
            <p:cNvSpPr>
              <a:spLocks/>
            </p:cNvSpPr>
            <p:nvPr/>
          </p:nvSpPr>
          <p:spPr bwMode="hidden">
            <a:xfrm>
              <a:off x="558" y="1161"/>
              <a:ext cx="5200" cy="3159"/>
            </a:xfrm>
            <a:custGeom>
              <a:avLst/>
              <a:gdLst>
                <a:gd name="T0" fmla="*/ 0 w 5184"/>
                <a:gd name="T1" fmla="*/ 3159 h 3159"/>
                <a:gd name="T2" fmla="*/ 5200 w 5184"/>
                <a:gd name="T3" fmla="*/ 3159 h 3159"/>
                <a:gd name="T4" fmla="*/ 5200 w 5184"/>
                <a:gd name="T5" fmla="*/ 0 h 3159"/>
                <a:gd name="T6" fmla="*/ 0 w 5184"/>
                <a:gd name="T7" fmla="*/ 0 h 3159"/>
                <a:gd name="T8" fmla="*/ 0 w 5184"/>
                <a:gd name="T9" fmla="*/ 3159 h 3159"/>
                <a:gd name="T10" fmla="*/ 0 w 5184"/>
                <a:gd name="T11" fmla="*/ 3159 h 31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184" h="3159">
                  <a:moveTo>
                    <a:pt x="0" y="3159"/>
                  </a:moveTo>
                  <a:lnTo>
                    <a:pt x="5184" y="3159"/>
                  </a:lnTo>
                  <a:lnTo>
                    <a:pt x="5184" y="0"/>
                  </a:lnTo>
                  <a:lnTo>
                    <a:pt x="0" y="0"/>
                  </a:lnTo>
                  <a:lnTo>
                    <a:pt x="0" y="3159"/>
                  </a:lnTo>
                  <a:close/>
                </a:path>
              </a:pathLst>
            </a:custGeom>
            <a:gradFill rotWithShape="0">
              <a:gsLst>
                <a:gs pos="0">
                  <a:schemeClr val="bg1"/>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033" name="Freeform 4">
              <a:extLst>
                <a:ext uri="{FF2B5EF4-FFF2-40B4-BE49-F238E27FC236}">
                  <a16:creationId xmlns:a16="http://schemas.microsoft.com/office/drawing/2014/main" id="{A069AFB0-4EF2-494A-B528-6F8211BBBF65}"/>
                </a:ext>
              </a:extLst>
            </p:cNvPr>
            <p:cNvSpPr>
              <a:spLocks/>
            </p:cNvSpPr>
            <p:nvPr/>
          </p:nvSpPr>
          <p:spPr bwMode="hidden">
            <a:xfrm>
              <a:off x="0" y="1161"/>
              <a:ext cx="558" cy="3159"/>
            </a:xfrm>
            <a:custGeom>
              <a:avLst/>
              <a:gdLst>
                <a:gd name="T0" fmla="*/ 0 w 556"/>
                <a:gd name="T1" fmla="*/ 0 h 3159"/>
                <a:gd name="T2" fmla="*/ 0 w 556"/>
                <a:gd name="T3" fmla="*/ 3159 h 3159"/>
                <a:gd name="T4" fmla="*/ 558 w 556"/>
                <a:gd name="T5" fmla="*/ 3159 h 3159"/>
                <a:gd name="T6" fmla="*/ 558 w 556"/>
                <a:gd name="T7" fmla="*/ 0 h 3159"/>
                <a:gd name="T8" fmla="*/ 0 w 556"/>
                <a:gd name="T9" fmla="*/ 0 h 3159"/>
                <a:gd name="T10" fmla="*/ 0 w 556"/>
                <a:gd name="T11" fmla="*/ 0 h 31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6" h="3159">
                  <a:moveTo>
                    <a:pt x="0" y="0"/>
                  </a:moveTo>
                  <a:lnTo>
                    <a:pt x="0" y="3159"/>
                  </a:lnTo>
                  <a:lnTo>
                    <a:pt x="556" y="3159"/>
                  </a:lnTo>
                  <a:lnTo>
                    <a:pt x="556" y="0"/>
                  </a:lnTo>
                  <a:lnTo>
                    <a:pt x="0" y="0"/>
                  </a:lnTo>
                  <a:close/>
                </a:path>
              </a:pathLst>
            </a:custGeom>
            <a:gradFill rotWithShape="0">
              <a:gsLst>
                <a:gs pos="0">
                  <a:schemeClr val="bg1"/>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grpSp>
          <p:nvGrpSpPr>
            <p:cNvPr id="1034" name="Group 5">
              <a:extLst>
                <a:ext uri="{FF2B5EF4-FFF2-40B4-BE49-F238E27FC236}">
                  <a16:creationId xmlns:a16="http://schemas.microsoft.com/office/drawing/2014/main" id="{80354D8A-F856-4478-A1CA-52E2667CC2D7}"/>
                </a:ext>
              </a:extLst>
            </p:cNvPr>
            <p:cNvGrpSpPr>
              <a:grpSpLocks/>
            </p:cNvGrpSpPr>
            <p:nvPr userDrawn="1"/>
          </p:nvGrpSpPr>
          <p:grpSpPr bwMode="auto">
            <a:xfrm>
              <a:off x="0" y="4"/>
              <a:ext cx="5758" cy="4316"/>
              <a:chOff x="0" y="4"/>
              <a:chExt cx="5758" cy="4316"/>
            </a:xfrm>
          </p:grpSpPr>
          <p:sp>
            <p:nvSpPr>
              <p:cNvPr id="1035" name="Freeform 6">
                <a:extLst>
                  <a:ext uri="{FF2B5EF4-FFF2-40B4-BE49-F238E27FC236}">
                    <a16:creationId xmlns:a16="http://schemas.microsoft.com/office/drawing/2014/main" id="{A7A9DB0F-419A-4837-B106-50505CF5DBCB}"/>
                  </a:ext>
                </a:extLst>
              </p:cNvPr>
              <p:cNvSpPr>
                <a:spLocks/>
              </p:cNvSpPr>
              <p:nvPr/>
            </p:nvSpPr>
            <p:spPr bwMode="ltGray">
              <a:xfrm>
                <a:off x="552" y="4"/>
                <a:ext cx="12" cy="695"/>
              </a:xfrm>
              <a:custGeom>
                <a:avLst/>
                <a:gdLst>
                  <a:gd name="T0" fmla="*/ 12 w 12"/>
                  <a:gd name="T1" fmla="*/ 0 h 695"/>
                  <a:gd name="T2" fmla="*/ 0 w 12"/>
                  <a:gd name="T3" fmla="*/ 0 h 695"/>
                  <a:gd name="T4" fmla="*/ 0 w 12"/>
                  <a:gd name="T5" fmla="*/ 695 h 695"/>
                  <a:gd name="T6" fmla="*/ 12 w 12"/>
                  <a:gd name="T7" fmla="*/ 695 h 695"/>
                  <a:gd name="T8" fmla="*/ 12 w 12"/>
                  <a:gd name="T9" fmla="*/ 0 h 695"/>
                  <a:gd name="T10" fmla="*/ 12 w 12"/>
                  <a:gd name="T11" fmla="*/ 0 h 69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695">
                    <a:moveTo>
                      <a:pt x="12" y="0"/>
                    </a:moveTo>
                    <a:lnTo>
                      <a:pt x="0" y="0"/>
                    </a:lnTo>
                    <a:lnTo>
                      <a:pt x="0" y="695"/>
                    </a:lnTo>
                    <a:lnTo>
                      <a:pt x="12" y="695"/>
                    </a:lnTo>
                    <a:lnTo>
                      <a:pt x="12" y="0"/>
                    </a:lnTo>
                    <a:close/>
                  </a:path>
                </a:pathLst>
              </a:custGeom>
              <a:gradFill rotWithShape="0">
                <a:gsLst>
                  <a:gs pos="0">
                    <a:schemeClr val="bg1"/>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036" name="Freeform 7">
                <a:extLst>
                  <a:ext uri="{FF2B5EF4-FFF2-40B4-BE49-F238E27FC236}">
                    <a16:creationId xmlns:a16="http://schemas.microsoft.com/office/drawing/2014/main" id="{31877FF6-0BA3-4E33-BC54-4992E91F805C}"/>
                  </a:ext>
                </a:extLst>
              </p:cNvPr>
              <p:cNvSpPr>
                <a:spLocks/>
              </p:cNvSpPr>
              <p:nvPr/>
            </p:nvSpPr>
            <p:spPr bwMode="ltGray">
              <a:xfrm>
                <a:off x="552" y="1623"/>
                <a:ext cx="12" cy="2697"/>
              </a:xfrm>
              <a:custGeom>
                <a:avLst/>
                <a:gdLst>
                  <a:gd name="T0" fmla="*/ 0 w 12"/>
                  <a:gd name="T1" fmla="*/ 2697 h 2697"/>
                  <a:gd name="T2" fmla="*/ 12 w 12"/>
                  <a:gd name="T3" fmla="*/ 2697 h 2697"/>
                  <a:gd name="T4" fmla="*/ 12 w 12"/>
                  <a:gd name="T5" fmla="*/ 0 h 2697"/>
                  <a:gd name="T6" fmla="*/ 0 w 12"/>
                  <a:gd name="T7" fmla="*/ 0 h 2697"/>
                  <a:gd name="T8" fmla="*/ 0 w 12"/>
                  <a:gd name="T9" fmla="*/ 2697 h 2697"/>
                  <a:gd name="T10" fmla="*/ 0 w 12"/>
                  <a:gd name="T11" fmla="*/ 2697 h 26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2697">
                    <a:moveTo>
                      <a:pt x="0" y="2697"/>
                    </a:moveTo>
                    <a:lnTo>
                      <a:pt x="12" y="2697"/>
                    </a:lnTo>
                    <a:lnTo>
                      <a:pt x="12" y="0"/>
                    </a:lnTo>
                    <a:lnTo>
                      <a:pt x="0" y="0"/>
                    </a:lnTo>
                    <a:lnTo>
                      <a:pt x="0" y="2697"/>
                    </a:lnTo>
                    <a:close/>
                  </a:path>
                </a:pathLst>
              </a:custGeom>
              <a:gradFill rotWithShape="0">
                <a:gsLst>
                  <a:gs pos="0">
                    <a:schemeClr val="bg2"/>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037" name="Freeform 8">
                <a:extLst>
                  <a:ext uri="{FF2B5EF4-FFF2-40B4-BE49-F238E27FC236}">
                    <a16:creationId xmlns:a16="http://schemas.microsoft.com/office/drawing/2014/main" id="{7E20D31B-F8B5-48E0-8266-8CDDA8AF4D88}"/>
                  </a:ext>
                </a:extLst>
              </p:cNvPr>
              <p:cNvSpPr>
                <a:spLocks/>
              </p:cNvSpPr>
              <p:nvPr/>
            </p:nvSpPr>
            <p:spPr bwMode="ltGray">
              <a:xfrm>
                <a:off x="1019" y="1155"/>
                <a:ext cx="4739" cy="12"/>
              </a:xfrm>
              <a:custGeom>
                <a:avLst/>
                <a:gdLst>
                  <a:gd name="T0" fmla="*/ 4739 w 4724"/>
                  <a:gd name="T1" fmla="*/ 0 h 12"/>
                  <a:gd name="T2" fmla="*/ 0 w 4724"/>
                  <a:gd name="T3" fmla="*/ 0 h 12"/>
                  <a:gd name="T4" fmla="*/ 0 w 4724"/>
                  <a:gd name="T5" fmla="*/ 12 h 12"/>
                  <a:gd name="T6" fmla="*/ 4739 w 4724"/>
                  <a:gd name="T7" fmla="*/ 12 h 12"/>
                  <a:gd name="T8" fmla="*/ 4739 w 4724"/>
                  <a:gd name="T9" fmla="*/ 0 h 12"/>
                  <a:gd name="T10" fmla="*/ 4739 w 4724"/>
                  <a:gd name="T11" fmla="*/ 0 h 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724" h="12">
                    <a:moveTo>
                      <a:pt x="4724" y="0"/>
                    </a:moveTo>
                    <a:lnTo>
                      <a:pt x="0" y="0"/>
                    </a:lnTo>
                    <a:lnTo>
                      <a:pt x="0" y="12"/>
                    </a:lnTo>
                    <a:lnTo>
                      <a:pt x="4724" y="12"/>
                    </a:lnTo>
                    <a:lnTo>
                      <a:pt x="4724" y="0"/>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038" name="Freeform 9">
                <a:extLst>
                  <a:ext uri="{FF2B5EF4-FFF2-40B4-BE49-F238E27FC236}">
                    <a16:creationId xmlns:a16="http://schemas.microsoft.com/office/drawing/2014/main" id="{96FE2BA0-B69A-4C6E-9A97-E6F7C3B4BF91}"/>
                  </a:ext>
                </a:extLst>
              </p:cNvPr>
              <p:cNvSpPr>
                <a:spLocks/>
              </p:cNvSpPr>
              <p:nvPr/>
            </p:nvSpPr>
            <p:spPr bwMode="ltGray">
              <a:xfrm>
                <a:off x="552" y="1371"/>
                <a:ext cx="12" cy="252"/>
              </a:xfrm>
              <a:custGeom>
                <a:avLst/>
                <a:gdLst>
                  <a:gd name="T0" fmla="*/ 0 w 12"/>
                  <a:gd name="T1" fmla="*/ 252 h 252"/>
                  <a:gd name="T2" fmla="*/ 12 w 12"/>
                  <a:gd name="T3" fmla="*/ 252 h 252"/>
                  <a:gd name="T4" fmla="*/ 12 w 12"/>
                  <a:gd name="T5" fmla="*/ 0 h 252"/>
                  <a:gd name="T6" fmla="*/ 0 w 12"/>
                  <a:gd name="T7" fmla="*/ 0 h 252"/>
                  <a:gd name="T8" fmla="*/ 0 w 12"/>
                  <a:gd name="T9" fmla="*/ 252 h 252"/>
                  <a:gd name="T10" fmla="*/ 0 w 12"/>
                  <a:gd name="T11" fmla="*/ 252 h 2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252">
                    <a:moveTo>
                      <a:pt x="0" y="252"/>
                    </a:moveTo>
                    <a:lnTo>
                      <a:pt x="12" y="252"/>
                    </a:lnTo>
                    <a:lnTo>
                      <a:pt x="12" y="0"/>
                    </a:lnTo>
                    <a:lnTo>
                      <a:pt x="0" y="0"/>
                    </a:lnTo>
                    <a:lnTo>
                      <a:pt x="0" y="252"/>
                    </a:lnTo>
                    <a:close/>
                  </a:path>
                </a:pathLst>
              </a:custGeom>
              <a:gradFill rotWithShape="0">
                <a:gsLst>
                  <a:gs pos="0">
                    <a:schemeClr val="accent2"/>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039" name="Freeform 10">
                <a:extLst>
                  <a:ext uri="{FF2B5EF4-FFF2-40B4-BE49-F238E27FC236}">
                    <a16:creationId xmlns:a16="http://schemas.microsoft.com/office/drawing/2014/main" id="{B6C150F5-B669-49BD-8DB8-237F4FE13307}"/>
                  </a:ext>
                </a:extLst>
              </p:cNvPr>
              <p:cNvSpPr>
                <a:spLocks/>
              </p:cNvSpPr>
              <p:nvPr/>
            </p:nvSpPr>
            <p:spPr bwMode="ltGray">
              <a:xfrm>
                <a:off x="552" y="699"/>
                <a:ext cx="12" cy="252"/>
              </a:xfrm>
              <a:custGeom>
                <a:avLst/>
                <a:gdLst>
                  <a:gd name="T0" fmla="*/ 12 w 12"/>
                  <a:gd name="T1" fmla="*/ 0 h 252"/>
                  <a:gd name="T2" fmla="*/ 0 w 12"/>
                  <a:gd name="T3" fmla="*/ 0 h 252"/>
                  <a:gd name="T4" fmla="*/ 0 w 12"/>
                  <a:gd name="T5" fmla="*/ 252 h 252"/>
                  <a:gd name="T6" fmla="*/ 12 w 12"/>
                  <a:gd name="T7" fmla="*/ 252 h 252"/>
                  <a:gd name="T8" fmla="*/ 12 w 12"/>
                  <a:gd name="T9" fmla="*/ 0 h 252"/>
                  <a:gd name="T10" fmla="*/ 12 w 12"/>
                  <a:gd name="T11" fmla="*/ 0 h 2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252">
                    <a:moveTo>
                      <a:pt x="12" y="0"/>
                    </a:moveTo>
                    <a:lnTo>
                      <a:pt x="0" y="0"/>
                    </a:lnTo>
                    <a:lnTo>
                      <a:pt x="0" y="252"/>
                    </a:lnTo>
                    <a:lnTo>
                      <a:pt x="12" y="252"/>
                    </a:lnTo>
                    <a:lnTo>
                      <a:pt x="12" y="0"/>
                    </a:lnTo>
                    <a:close/>
                  </a:path>
                </a:pathLst>
              </a:custGeom>
              <a:gradFill rotWithShape="0">
                <a:gsLst>
                  <a:gs pos="0">
                    <a:schemeClr val="bg2"/>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57355" name="Freeform 11">
                <a:extLst>
                  <a:ext uri="{FF2B5EF4-FFF2-40B4-BE49-F238E27FC236}">
                    <a16:creationId xmlns:a16="http://schemas.microsoft.com/office/drawing/2014/main" id="{75C1A95B-9334-4A09-A7EB-54CDDE474222}"/>
                  </a:ext>
                </a:extLst>
              </p:cNvPr>
              <p:cNvSpPr>
                <a:spLocks/>
              </p:cNvSpPr>
              <p:nvPr/>
            </p:nvSpPr>
            <p:spPr bwMode="ltGray">
              <a:xfrm>
                <a:off x="552" y="951"/>
                <a:ext cx="12" cy="420"/>
              </a:xfrm>
              <a:custGeom>
                <a:avLst/>
                <a:gdLst/>
                <a:ahLst/>
                <a:cxnLst>
                  <a:cxn ang="0">
                    <a:pos x="0" y="0"/>
                  </a:cxn>
                  <a:cxn ang="0">
                    <a:pos x="0" y="420"/>
                  </a:cxn>
                  <a:cxn ang="0">
                    <a:pos x="12" y="420"/>
                  </a:cxn>
                  <a:cxn ang="0">
                    <a:pos x="12" y="0"/>
                  </a:cxn>
                  <a:cxn ang="0">
                    <a:pos x="0" y="0"/>
                  </a:cxn>
                  <a:cxn ang="0">
                    <a:pos x="0" y="0"/>
                  </a:cxn>
                </a:cxnLst>
                <a:rect l="0" t="0" r="r" b="b"/>
                <a:pathLst>
                  <a:path w="12" h="420">
                    <a:moveTo>
                      <a:pt x="0" y="0"/>
                    </a:moveTo>
                    <a:lnTo>
                      <a:pt x="0" y="420"/>
                    </a:lnTo>
                    <a:lnTo>
                      <a:pt x="12" y="420"/>
                    </a:lnTo>
                    <a:lnTo>
                      <a:pt x="12" y="0"/>
                    </a:lnTo>
                    <a:lnTo>
                      <a:pt x="0" y="0"/>
                    </a:lnTo>
                    <a:lnTo>
                      <a:pt x="0" y="0"/>
                    </a:lnTo>
                    <a:close/>
                  </a:path>
                </a:pathLst>
              </a:custGeom>
              <a:gradFill rotWithShape="0">
                <a:gsLst>
                  <a:gs pos="0">
                    <a:schemeClr val="accent2"/>
                  </a:gs>
                  <a:gs pos="50000">
                    <a:schemeClr val="hlink"/>
                  </a:gs>
                  <a:gs pos="100000">
                    <a:schemeClr val="accent2"/>
                  </a:gs>
                </a:gsLst>
                <a:lin ang="5400000" scaled="1"/>
              </a:gradFill>
              <a:ln w="9525">
                <a:noFill/>
                <a:round/>
                <a:headEnd/>
                <a:tailEnd/>
              </a:ln>
            </p:spPr>
            <p:txBody>
              <a:bodyPr/>
              <a:lstStyle/>
              <a:p>
                <a:pPr eaLnBrk="1" hangingPunct="1">
                  <a:defRPr/>
                </a:pPr>
                <a:endParaRPr lang="en-US"/>
              </a:p>
            </p:txBody>
          </p:sp>
          <p:sp>
            <p:nvSpPr>
              <p:cNvPr id="1041" name="Freeform 12">
                <a:extLst>
                  <a:ext uri="{FF2B5EF4-FFF2-40B4-BE49-F238E27FC236}">
                    <a16:creationId xmlns:a16="http://schemas.microsoft.com/office/drawing/2014/main" id="{CA8F4339-536A-4921-9A76-4ADAAB04A2CC}"/>
                  </a:ext>
                </a:extLst>
              </p:cNvPr>
              <p:cNvSpPr>
                <a:spLocks/>
              </p:cNvSpPr>
              <p:nvPr/>
            </p:nvSpPr>
            <p:spPr bwMode="ltGray">
              <a:xfrm>
                <a:off x="0" y="1155"/>
                <a:ext cx="351" cy="12"/>
              </a:xfrm>
              <a:custGeom>
                <a:avLst/>
                <a:gdLst>
                  <a:gd name="T0" fmla="*/ 0 w 251"/>
                  <a:gd name="T1" fmla="*/ 0 h 12"/>
                  <a:gd name="T2" fmla="*/ 0 w 251"/>
                  <a:gd name="T3" fmla="*/ 12 h 12"/>
                  <a:gd name="T4" fmla="*/ 351 w 251"/>
                  <a:gd name="T5" fmla="*/ 12 h 12"/>
                  <a:gd name="T6" fmla="*/ 351 w 251"/>
                  <a:gd name="T7" fmla="*/ 0 h 12"/>
                  <a:gd name="T8" fmla="*/ 0 w 251"/>
                  <a:gd name="T9" fmla="*/ 0 h 12"/>
                  <a:gd name="T10" fmla="*/ 0 w 251"/>
                  <a:gd name="T11" fmla="*/ 0 h 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1" h="12">
                    <a:moveTo>
                      <a:pt x="0" y="0"/>
                    </a:moveTo>
                    <a:lnTo>
                      <a:pt x="0" y="12"/>
                    </a:lnTo>
                    <a:lnTo>
                      <a:pt x="251" y="12"/>
                    </a:lnTo>
                    <a:lnTo>
                      <a:pt x="251" y="0"/>
                    </a:lnTo>
                    <a:lnTo>
                      <a:pt x="0" y="0"/>
                    </a:lnTo>
                    <a:close/>
                  </a:path>
                </a:pathLst>
              </a:custGeom>
              <a:gradFill rotWithShape="0">
                <a:gsLst>
                  <a:gs pos="0">
                    <a:schemeClr val="bg2"/>
                  </a:gs>
                  <a:gs pos="100000">
                    <a:schemeClr val="accent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042" name="Freeform 13">
                <a:extLst>
                  <a:ext uri="{FF2B5EF4-FFF2-40B4-BE49-F238E27FC236}">
                    <a16:creationId xmlns:a16="http://schemas.microsoft.com/office/drawing/2014/main" id="{6C9A239C-16F3-4A3D-B8A8-C770952E3949}"/>
                  </a:ext>
                </a:extLst>
              </p:cNvPr>
              <p:cNvSpPr>
                <a:spLocks/>
              </p:cNvSpPr>
              <p:nvPr/>
            </p:nvSpPr>
            <p:spPr bwMode="ltGray">
              <a:xfrm>
                <a:off x="767" y="1155"/>
                <a:ext cx="252" cy="12"/>
              </a:xfrm>
              <a:custGeom>
                <a:avLst/>
                <a:gdLst>
                  <a:gd name="T0" fmla="*/ 252 w 251"/>
                  <a:gd name="T1" fmla="*/ 0 h 12"/>
                  <a:gd name="T2" fmla="*/ 0 w 251"/>
                  <a:gd name="T3" fmla="*/ 0 h 12"/>
                  <a:gd name="T4" fmla="*/ 0 w 251"/>
                  <a:gd name="T5" fmla="*/ 12 h 12"/>
                  <a:gd name="T6" fmla="*/ 252 w 251"/>
                  <a:gd name="T7" fmla="*/ 12 h 12"/>
                  <a:gd name="T8" fmla="*/ 252 w 251"/>
                  <a:gd name="T9" fmla="*/ 0 h 12"/>
                  <a:gd name="T10" fmla="*/ 252 w 251"/>
                  <a:gd name="T11" fmla="*/ 0 h 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1" h="12">
                    <a:moveTo>
                      <a:pt x="251" y="0"/>
                    </a:moveTo>
                    <a:lnTo>
                      <a:pt x="0" y="0"/>
                    </a:lnTo>
                    <a:lnTo>
                      <a:pt x="0" y="12"/>
                    </a:lnTo>
                    <a:lnTo>
                      <a:pt x="251" y="12"/>
                    </a:lnTo>
                    <a:lnTo>
                      <a:pt x="251" y="0"/>
                    </a:lnTo>
                    <a:close/>
                  </a:path>
                </a:pathLst>
              </a:custGeom>
              <a:gradFill rotWithShape="0">
                <a:gsLst>
                  <a:gs pos="0">
                    <a:schemeClr val="accent2"/>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57358" name="Freeform 14">
                <a:extLst>
                  <a:ext uri="{FF2B5EF4-FFF2-40B4-BE49-F238E27FC236}">
                    <a16:creationId xmlns:a16="http://schemas.microsoft.com/office/drawing/2014/main" id="{2B3B641A-95D6-4994-A297-903A5984A9AD}"/>
                  </a:ext>
                </a:extLst>
              </p:cNvPr>
              <p:cNvSpPr>
                <a:spLocks/>
              </p:cNvSpPr>
              <p:nvPr/>
            </p:nvSpPr>
            <p:spPr bwMode="ltGray">
              <a:xfrm>
                <a:off x="348" y="1155"/>
                <a:ext cx="419" cy="12"/>
              </a:xfrm>
              <a:custGeom>
                <a:avLst/>
                <a:gdLst/>
                <a:ahLst/>
                <a:cxnLst>
                  <a:cxn ang="0">
                    <a:pos x="0" y="0"/>
                  </a:cxn>
                  <a:cxn ang="0">
                    <a:pos x="0" y="12"/>
                  </a:cxn>
                  <a:cxn ang="0">
                    <a:pos x="418" y="12"/>
                  </a:cxn>
                  <a:cxn ang="0">
                    <a:pos x="418" y="0"/>
                  </a:cxn>
                  <a:cxn ang="0">
                    <a:pos x="0" y="0"/>
                  </a:cxn>
                  <a:cxn ang="0">
                    <a:pos x="0" y="0"/>
                  </a:cxn>
                </a:cxnLst>
                <a:rect l="0" t="0" r="r" b="b"/>
                <a:pathLst>
                  <a:path w="418" h="12">
                    <a:moveTo>
                      <a:pt x="0" y="0"/>
                    </a:moveTo>
                    <a:lnTo>
                      <a:pt x="0" y="12"/>
                    </a:lnTo>
                    <a:lnTo>
                      <a:pt x="418" y="12"/>
                    </a:lnTo>
                    <a:lnTo>
                      <a:pt x="418" y="0"/>
                    </a:lnTo>
                    <a:lnTo>
                      <a:pt x="0" y="0"/>
                    </a:lnTo>
                    <a:lnTo>
                      <a:pt x="0" y="0"/>
                    </a:lnTo>
                    <a:close/>
                  </a:path>
                </a:pathLst>
              </a:custGeom>
              <a:gradFill rotWithShape="0">
                <a:gsLst>
                  <a:gs pos="0">
                    <a:schemeClr val="accent2"/>
                  </a:gs>
                  <a:gs pos="50000">
                    <a:schemeClr val="hlink"/>
                  </a:gs>
                  <a:gs pos="100000">
                    <a:schemeClr val="accent2"/>
                  </a:gs>
                </a:gsLst>
                <a:lin ang="0" scaled="1"/>
              </a:gradFill>
              <a:ln w="9525">
                <a:noFill/>
                <a:round/>
                <a:headEnd/>
                <a:tailEnd/>
              </a:ln>
            </p:spPr>
            <p:txBody>
              <a:bodyPr/>
              <a:lstStyle/>
              <a:p>
                <a:pPr eaLnBrk="1" hangingPunct="1">
                  <a:defRPr/>
                </a:pPr>
                <a:endParaRPr lang="en-US"/>
              </a:p>
            </p:txBody>
          </p:sp>
        </p:grpSp>
      </p:grpSp>
      <p:sp>
        <p:nvSpPr>
          <p:cNvPr id="57359" name="Rectangle 15">
            <a:extLst>
              <a:ext uri="{FF2B5EF4-FFF2-40B4-BE49-F238E27FC236}">
                <a16:creationId xmlns:a16="http://schemas.microsoft.com/office/drawing/2014/main" id="{004D8FEF-F285-492E-B3A9-751107A71943}"/>
              </a:ext>
            </a:extLst>
          </p:cNvPr>
          <p:cNvSpPr>
            <a:spLocks noGrp="1" noChangeArrowheads="1"/>
          </p:cNvSpPr>
          <p:nvPr>
            <p:ph type="title"/>
          </p:nvPr>
        </p:nvSpPr>
        <p:spPr bwMode="auto">
          <a:xfrm>
            <a:off x="1066800" y="304800"/>
            <a:ext cx="7543800" cy="143192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ru-RU"/>
              <a:t>Образец заголовка</a:t>
            </a:r>
          </a:p>
        </p:txBody>
      </p:sp>
      <p:sp>
        <p:nvSpPr>
          <p:cNvPr id="57360" name="Rectangle 16">
            <a:extLst>
              <a:ext uri="{FF2B5EF4-FFF2-40B4-BE49-F238E27FC236}">
                <a16:creationId xmlns:a16="http://schemas.microsoft.com/office/drawing/2014/main" id="{3D3BDD0B-9019-4532-B01D-D5B26CC52C25}"/>
              </a:ext>
            </a:extLst>
          </p:cNvPr>
          <p:cNvSpPr>
            <a:spLocks noGrp="1" noChangeArrowheads="1"/>
          </p:cNvSpPr>
          <p:nvPr>
            <p:ph type="body" idx="1"/>
          </p:nvPr>
        </p:nvSpPr>
        <p:spPr bwMode="auto">
          <a:xfrm>
            <a:off x="1066800" y="1981200"/>
            <a:ext cx="75438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7361" name="Rectangle 17">
            <a:extLst>
              <a:ext uri="{FF2B5EF4-FFF2-40B4-BE49-F238E27FC236}">
                <a16:creationId xmlns:a16="http://schemas.microsoft.com/office/drawing/2014/main" id="{F79AA53D-66C9-40C0-90E5-C8DB810FCB96}"/>
              </a:ext>
            </a:extLst>
          </p:cNvPr>
          <p:cNvSpPr>
            <a:spLocks noGrp="1" noChangeArrowheads="1"/>
          </p:cNvSpPr>
          <p:nvPr>
            <p:ph type="dt" sz="half" idx="2"/>
          </p:nvPr>
        </p:nvSpPr>
        <p:spPr bwMode="auto">
          <a:xfrm>
            <a:off x="1066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00000"/>
                  </a:outerShdw>
                </a:effectLst>
              </a:defRPr>
            </a:lvl1pPr>
          </a:lstStyle>
          <a:p>
            <a:pPr>
              <a:defRPr/>
            </a:pPr>
            <a:endParaRPr lang="ru-RU"/>
          </a:p>
        </p:txBody>
      </p:sp>
      <p:sp>
        <p:nvSpPr>
          <p:cNvPr id="57362" name="Rectangle 18">
            <a:extLst>
              <a:ext uri="{FF2B5EF4-FFF2-40B4-BE49-F238E27FC236}">
                <a16:creationId xmlns:a16="http://schemas.microsoft.com/office/drawing/2014/main" id="{7B639C34-800B-4D17-8E5A-881EE4E7B85A}"/>
              </a:ext>
            </a:extLst>
          </p:cNvPr>
          <p:cNvSpPr>
            <a:spLocks noGrp="1" noChangeArrowheads="1"/>
          </p:cNvSpPr>
          <p:nvPr>
            <p:ph type="ftr" sz="quarter" idx="3"/>
          </p:nvPr>
        </p:nvSpPr>
        <p:spPr bwMode="auto">
          <a:xfrm>
            <a:off x="34290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000000"/>
                  </a:outerShdw>
                </a:effectLst>
              </a:defRPr>
            </a:lvl1pPr>
          </a:lstStyle>
          <a:p>
            <a:pPr>
              <a:defRPr/>
            </a:pPr>
            <a:endParaRPr lang="ru-RU"/>
          </a:p>
        </p:txBody>
      </p:sp>
      <p:sp>
        <p:nvSpPr>
          <p:cNvPr id="57363" name="Rectangle 19">
            <a:extLst>
              <a:ext uri="{FF2B5EF4-FFF2-40B4-BE49-F238E27FC236}">
                <a16:creationId xmlns:a16="http://schemas.microsoft.com/office/drawing/2014/main" id="{E101D7DD-0441-47C7-A12B-F9A04CD81990}"/>
              </a:ext>
            </a:extLst>
          </p:cNvPr>
          <p:cNvSpPr>
            <a:spLocks noGrp="1" noChangeArrowheads="1"/>
          </p:cNvSpPr>
          <p:nvPr>
            <p:ph type="sldNum" sz="quarter" idx="4"/>
          </p:nvPr>
        </p:nvSpPr>
        <p:spPr bwMode="auto">
          <a:xfrm>
            <a:off x="67056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effectLst>
                  <a:outerShdw blurRad="38100" dist="38100" dir="2700000" algn="tl">
                    <a:srgbClr val="000000"/>
                  </a:outerShdw>
                </a:effectLst>
              </a:defRPr>
            </a:lvl1pPr>
          </a:lstStyle>
          <a:p>
            <a:fld id="{C92C43EF-E9FB-4E00-9A9E-D74A7E7DCC8D}" type="slidenum">
              <a:rPr lang="ru-RU" altLang="ru-RU"/>
              <a:pPr/>
              <a:t>‹#›</a:t>
            </a:fld>
            <a:endParaRPr lang="ru-RU" altLang="ru-RU"/>
          </a:p>
        </p:txBody>
      </p:sp>
    </p:spTree>
  </p:cSld>
  <p:clrMap bg1="dk2" tx1="lt1" bg2="dk1" tx2="lt2" accent1="accent1" accent2="accent2" accent3="accent3" accent4="accent4" accent5="accent5" accent6="accent6" hlink="hlink" folHlink="folHlink"/>
  <p:sldLayoutIdLst>
    <p:sldLayoutId id="2147483707"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Lst>
  <p:txStyles>
    <p:titleStyle>
      <a:lvl1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Tahoma" pitchFamily="34" charset="0"/>
        </a:defRPr>
      </a:lvl2pPr>
      <a:lvl3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Tahoma" pitchFamily="34" charset="0"/>
        </a:defRPr>
      </a:lvl3pPr>
      <a:lvl4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Tahoma" pitchFamily="34" charset="0"/>
        </a:defRPr>
      </a:lvl4pPr>
      <a:lvl5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Tahoma" pitchFamily="34" charset="0"/>
        </a:defRPr>
      </a:lvl5pPr>
      <a:lvl6pPr marL="457200" algn="l" rtl="0" fontAlgn="base">
        <a:spcBef>
          <a:spcPct val="0"/>
        </a:spcBef>
        <a:spcAft>
          <a:spcPct val="0"/>
        </a:spcAft>
        <a:defRPr sz="4400" b="1">
          <a:solidFill>
            <a:schemeClr val="tx2"/>
          </a:solidFill>
          <a:effectLst>
            <a:outerShdw blurRad="38100" dist="38100" dir="2700000" algn="tl">
              <a:srgbClr val="000000"/>
            </a:outerShdw>
          </a:effectLst>
          <a:latin typeface="Tahoma" pitchFamily="34" charset="0"/>
        </a:defRPr>
      </a:lvl6pPr>
      <a:lvl7pPr marL="914400" algn="l" rtl="0" fontAlgn="base">
        <a:spcBef>
          <a:spcPct val="0"/>
        </a:spcBef>
        <a:spcAft>
          <a:spcPct val="0"/>
        </a:spcAft>
        <a:defRPr sz="4400" b="1">
          <a:solidFill>
            <a:schemeClr val="tx2"/>
          </a:solidFill>
          <a:effectLst>
            <a:outerShdw blurRad="38100" dist="38100" dir="2700000" algn="tl">
              <a:srgbClr val="000000"/>
            </a:outerShdw>
          </a:effectLst>
          <a:latin typeface="Tahoma" pitchFamily="34" charset="0"/>
        </a:defRPr>
      </a:lvl7pPr>
      <a:lvl8pPr marL="1371600" algn="l" rtl="0" fontAlgn="base">
        <a:spcBef>
          <a:spcPct val="0"/>
        </a:spcBef>
        <a:spcAft>
          <a:spcPct val="0"/>
        </a:spcAft>
        <a:defRPr sz="4400" b="1">
          <a:solidFill>
            <a:schemeClr val="tx2"/>
          </a:solidFill>
          <a:effectLst>
            <a:outerShdw blurRad="38100" dist="38100" dir="2700000" algn="tl">
              <a:srgbClr val="000000"/>
            </a:outerShdw>
          </a:effectLst>
          <a:latin typeface="Tahoma" pitchFamily="34" charset="0"/>
        </a:defRPr>
      </a:lvl8pPr>
      <a:lvl9pPr marL="1828800" algn="l" rtl="0" fontAlgn="base">
        <a:spcBef>
          <a:spcPct val="0"/>
        </a:spcBef>
        <a:spcAft>
          <a:spcPct val="0"/>
        </a:spcAft>
        <a:defRPr sz="4400" b="1">
          <a:solidFill>
            <a:schemeClr val="tx2"/>
          </a:solidFill>
          <a:effectLst>
            <a:outerShdw blurRad="38100" dist="38100" dir="2700000" algn="tl">
              <a:srgbClr val="000000"/>
            </a:outerShdw>
          </a:effectLst>
          <a:latin typeface="Tahoma" pitchFamily="34" charset="0"/>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hyperlink" Target="https://ru.qaz.wiki/wiki/Standard_Generalized_Markup_Language" TargetMode="External"/><Relationship Id="rId2" Type="http://schemas.openxmlformats.org/officeDocument/2006/relationships/hyperlink" Target="https://www.w3.org/MarkUp/SGML/" TargetMode="External"/><Relationship Id="rId1" Type="http://schemas.openxmlformats.org/officeDocument/2006/relationships/slideLayout" Target="../slideLayouts/slideLayout2.xml"/><Relationship Id="rId4" Type="http://schemas.openxmlformats.org/officeDocument/2006/relationships/hyperlink" Target="http://linux.yaroslavl.ru/docs/conf/format_docs/sgml/SGML-article.html" TargetMode="External"/></Relationships>
</file>

<file path=ppt/slides/_rels/slide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9D576A54-2442-4B49-8D03-F3E41B663D50}"/>
              </a:ext>
            </a:extLst>
          </p:cNvPr>
          <p:cNvSpPr>
            <a:spLocks noGrp="1" noChangeArrowheads="1"/>
          </p:cNvSpPr>
          <p:nvPr>
            <p:ph type="ctrTitle"/>
          </p:nvPr>
        </p:nvSpPr>
        <p:spPr/>
        <p:txBody>
          <a:bodyPr/>
          <a:lstStyle/>
          <a:p>
            <a:pPr algn="ctr" eaLnBrk="1" hangingPunct="1">
              <a:defRPr/>
            </a:pPr>
            <a:r>
              <a:rPr lang="ru-RU" dirty="0"/>
              <a:t>Разметка текстовых сообщений</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1FEF89D6-AAE8-46EC-9768-BF93E1F4B68E}"/>
              </a:ext>
            </a:extLst>
          </p:cNvPr>
          <p:cNvSpPr>
            <a:spLocks noGrp="1" noChangeArrowheads="1"/>
          </p:cNvSpPr>
          <p:nvPr>
            <p:ph type="title"/>
          </p:nvPr>
        </p:nvSpPr>
        <p:spPr/>
        <p:txBody>
          <a:bodyPr/>
          <a:lstStyle/>
          <a:p>
            <a:pPr algn="ctr" eaLnBrk="1" hangingPunct="1">
              <a:defRPr/>
            </a:pPr>
            <a:r>
              <a:rPr lang="ru-RU" sz="3200" dirty="0"/>
              <a:t>Проблемы с обработкой документов:</a:t>
            </a:r>
            <a:br>
              <a:rPr lang="ru-RU" sz="3200" dirty="0"/>
            </a:br>
            <a:endParaRPr lang="ru-RU" sz="3200" dirty="0"/>
          </a:p>
        </p:txBody>
      </p:sp>
      <p:sp>
        <p:nvSpPr>
          <p:cNvPr id="5123" name="Rectangle 3">
            <a:extLst>
              <a:ext uri="{FF2B5EF4-FFF2-40B4-BE49-F238E27FC236}">
                <a16:creationId xmlns:a16="http://schemas.microsoft.com/office/drawing/2014/main" id="{1D43A55B-D1F6-4D62-BA26-368FD5EE435E}"/>
              </a:ext>
            </a:extLst>
          </p:cNvPr>
          <p:cNvSpPr>
            <a:spLocks noGrp="1" noChangeArrowheads="1"/>
          </p:cNvSpPr>
          <p:nvPr>
            <p:ph type="body" idx="1"/>
          </p:nvPr>
        </p:nvSpPr>
        <p:spPr/>
        <p:txBody>
          <a:bodyPr/>
          <a:lstStyle/>
          <a:p>
            <a:pPr eaLnBrk="1" hangingPunct="1">
              <a:defRPr/>
            </a:pPr>
            <a:r>
              <a:rPr lang="ru-RU" dirty="0"/>
              <a:t>множество различных закрытых </a:t>
            </a:r>
            <a:r>
              <a:rPr lang="ru-RU" i="1" dirty="0"/>
              <a:t>несовместимых</a:t>
            </a:r>
            <a:r>
              <a:rPr lang="ru-RU" dirty="0"/>
              <a:t> форматов</a:t>
            </a:r>
          </a:p>
          <a:p>
            <a:pPr eaLnBrk="1" hangingPunct="1">
              <a:defRPr/>
            </a:pPr>
            <a:r>
              <a:rPr lang="ru-RU" dirty="0"/>
              <a:t>постоянная смена форматов и приложений</a:t>
            </a:r>
          </a:p>
          <a:p>
            <a:pPr eaLnBrk="1" hangingPunct="1">
              <a:defRPr/>
            </a:pPr>
            <a:r>
              <a:rPr lang="ru-RU" dirty="0"/>
              <a:t>трудности автоматической генерации и обработки документов</a:t>
            </a:r>
          </a:p>
          <a:p>
            <a:pPr eaLnBrk="1" hangingPunct="1">
              <a:defRPr/>
            </a:pPr>
            <a:r>
              <a:rPr lang="ru-RU" dirty="0"/>
              <a:t>непереносимость документов</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5A013D-0072-468A-AF7C-9443E50471A7}"/>
              </a:ext>
            </a:extLst>
          </p:cNvPr>
          <p:cNvSpPr>
            <a:spLocks noGrp="1"/>
          </p:cNvSpPr>
          <p:nvPr>
            <p:ph type="title"/>
          </p:nvPr>
        </p:nvSpPr>
        <p:spPr/>
        <p:txBody>
          <a:bodyPr/>
          <a:lstStyle/>
          <a:p>
            <a:pPr>
              <a:defRPr/>
            </a:pPr>
            <a:endParaRPr lang="ru-RU"/>
          </a:p>
        </p:txBody>
      </p:sp>
      <p:sp>
        <p:nvSpPr>
          <p:cNvPr id="3" name="Объект 2">
            <a:extLst>
              <a:ext uri="{FF2B5EF4-FFF2-40B4-BE49-F238E27FC236}">
                <a16:creationId xmlns:a16="http://schemas.microsoft.com/office/drawing/2014/main" id="{95D251BA-99F1-472E-959A-C64D1204DB6B}"/>
              </a:ext>
            </a:extLst>
          </p:cNvPr>
          <p:cNvSpPr>
            <a:spLocks noGrp="1"/>
          </p:cNvSpPr>
          <p:nvPr>
            <p:ph idx="1"/>
          </p:nvPr>
        </p:nvSpPr>
        <p:spPr/>
        <p:txBody>
          <a:bodyPr/>
          <a:lstStyle/>
          <a:p>
            <a:pPr>
              <a:defRPr/>
            </a:pPr>
            <a:r>
              <a:rPr lang="ru-RU" sz="2800" dirty="0"/>
              <a:t>В 1969 году три научных сотрудника компании IBM разработали GML, язык форматирования для публикации документов. GML — это не только аббревиатура от </a:t>
            </a:r>
            <a:r>
              <a:rPr lang="ru-RU" sz="2800" dirty="0" err="1"/>
              <a:t>Generalized</a:t>
            </a:r>
            <a:r>
              <a:rPr lang="ru-RU" sz="2800" dirty="0"/>
              <a:t> </a:t>
            </a:r>
            <a:r>
              <a:rPr lang="ru-RU" sz="2800" dirty="0" err="1"/>
              <a:t>Markup</a:t>
            </a:r>
            <a:r>
              <a:rPr lang="ru-RU" sz="2800" dirty="0"/>
              <a:t> </a:t>
            </a:r>
            <a:r>
              <a:rPr lang="ru-RU" sz="2800" dirty="0" err="1"/>
              <a:t>Language</a:t>
            </a:r>
            <a:r>
              <a:rPr lang="ru-RU" sz="2800" dirty="0"/>
              <a:t>, но также инициалы его создателей — Чарлз Гольдфарб, Эдвард Мошер и </a:t>
            </a:r>
            <a:r>
              <a:rPr lang="ru-RU" sz="2800" dirty="0" err="1"/>
              <a:t>Реймонд</a:t>
            </a:r>
            <a:r>
              <a:rPr lang="ru-RU" sz="2800" dirty="0"/>
              <a:t> </a:t>
            </a:r>
            <a:r>
              <a:rPr lang="ru-RU" sz="2800" dirty="0" err="1"/>
              <a:t>Лорье</a:t>
            </a:r>
            <a:r>
              <a:rPr lang="ru-RU" sz="280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318AD42-54DD-48FE-A92F-5C5F4CC14581}"/>
              </a:ext>
            </a:extLst>
          </p:cNvPr>
          <p:cNvSpPr>
            <a:spLocks noGrp="1"/>
          </p:cNvSpPr>
          <p:nvPr>
            <p:ph idx="1"/>
          </p:nvPr>
        </p:nvSpPr>
        <p:spPr>
          <a:xfrm>
            <a:off x="1066800" y="692150"/>
            <a:ext cx="7543800" cy="5403850"/>
          </a:xfrm>
        </p:spPr>
        <p:txBody>
          <a:bodyPr/>
          <a:lstStyle/>
          <a:p>
            <a:pPr>
              <a:defRPr/>
            </a:pPr>
            <a:r>
              <a:rPr lang="ru-RU" dirty="0"/>
              <a:t>GML поддерживает редактирование и форматирование текстов, позволяет подсистемам извлечения информации обмениваться документами. В то же время вместо простой схемы разметки GML представляет концепцию формально определенных типов документов, содержащих строгую иерархию структурированных элементов.</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33836C83-BC6F-4BBD-9600-D400B4BF56C7}"/>
              </a:ext>
            </a:extLst>
          </p:cNvPr>
          <p:cNvSpPr>
            <a:spLocks noGrp="1"/>
          </p:cNvSpPr>
          <p:nvPr>
            <p:ph idx="1"/>
          </p:nvPr>
        </p:nvSpPr>
        <p:spPr>
          <a:xfrm>
            <a:off x="1066800" y="765175"/>
            <a:ext cx="7543800" cy="5330825"/>
          </a:xfrm>
        </p:spPr>
        <p:txBody>
          <a:bodyPr/>
          <a:lstStyle/>
          <a:p>
            <a:pPr>
              <a:defRPr/>
            </a:pPr>
            <a:r>
              <a:rPr lang="ru-RU" sz="2800" dirty="0"/>
              <a:t>За счет расширения GML такими концепциями, как короткие сноски, обработка ссылок и параллельные типы документов, был создан язык </a:t>
            </a:r>
            <a:r>
              <a:rPr lang="ru-RU" sz="2800" dirty="0" err="1"/>
              <a:t>Standard</a:t>
            </a:r>
            <a:r>
              <a:rPr lang="ru-RU" sz="2800" dirty="0"/>
              <a:t> </a:t>
            </a:r>
            <a:r>
              <a:rPr lang="ru-RU" sz="2800" dirty="0" err="1"/>
              <a:t>Generalized</a:t>
            </a:r>
            <a:r>
              <a:rPr lang="ru-RU" sz="2800" dirty="0"/>
              <a:t> </a:t>
            </a:r>
            <a:r>
              <a:rPr lang="ru-RU" sz="2800" dirty="0" err="1"/>
              <a:t>Markup</a:t>
            </a:r>
            <a:r>
              <a:rPr lang="ru-RU" sz="2800" dirty="0"/>
              <a:t> </a:t>
            </a:r>
            <a:r>
              <a:rPr lang="ru-RU" sz="2800" dirty="0" err="1"/>
              <a:t>Language</a:t>
            </a:r>
            <a:r>
              <a:rPr lang="ru-RU" sz="2800" dirty="0"/>
              <a:t>. SGML стал активно применяться в издательском бизнесе, к тому же был принят к использованию в Государственном издательстве США и в 1986 году получил статус международного стандарта.</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318EB59B-C406-47F4-8C34-7506384C17AC}"/>
              </a:ext>
            </a:extLst>
          </p:cNvPr>
          <p:cNvSpPr>
            <a:spLocks noGrp="1"/>
          </p:cNvSpPr>
          <p:nvPr>
            <p:ph idx="1"/>
          </p:nvPr>
        </p:nvSpPr>
        <p:spPr>
          <a:xfrm>
            <a:off x="1066800" y="1196975"/>
            <a:ext cx="7543800" cy="4899025"/>
          </a:xfrm>
        </p:spPr>
        <p:txBody>
          <a:bodyPr/>
          <a:lstStyle/>
          <a:p>
            <a:pPr>
              <a:defRPr/>
            </a:pPr>
            <a:r>
              <a:rPr lang="ru-RU" sz="2400" dirty="0"/>
              <a:t>Тем не менее SGML был малоизвестен до 1990 года, когда Тим </a:t>
            </a:r>
            <a:r>
              <a:rPr lang="ru-RU" sz="2400" dirty="0" err="1"/>
              <a:t>Бернерc</a:t>
            </a:r>
            <a:r>
              <a:rPr lang="ru-RU" sz="2400" dirty="0"/>
              <a:t>-Ли, автор идеи </a:t>
            </a:r>
            <a:r>
              <a:rPr lang="ru-RU" sz="2400" dirty="0" err="1"/>
              <a:t>World</a:t>
            </a:r>
            <a:r>
              <a:rPr lang="ru-RU" sz="2400" dirty="0"/>
              <a:t> </a:t>
            </a:r>
            <a:r>
              <a:rPr lang="ru-RU" sz="2400" dirty="0" err="1"/>
              <a:t>Wide</a:t>
            </a:r>
            <a:r>
              <a:rPr lang="ru-RU" sz="2400" dirty="0"/>
              <a:t> </a:t>
            </a:r>
            <a:r>
              <a:rPr lang="ru-RU" sz="2400" dirty="0" err="1"/>
              <a:t>Web</a:t>
            </a:r>
            <a:r>
              <a:rPr lang="ru-RU" sz="2400" dirty="0"/>
              <a:t>, создал </a:t>
            </a:r>
            <a:r>
              <a:rPr lang="ru-RU" sz="2400" dirty="0" err="1"/>
              <a:t>Hypertext</a:t>
            </a:r>
            <a:r>
              <a:rPr lang="ru-RU" sz="2400" dirty="0"/>
              <a:t> </a:t>
            </a:r>
            <a:r>
              <a:rPr lang="ru-RU" sz="2400" dirty="0" err="1"/>
              <a:t>Markup</a:t>
            </a:r>
            <a:r>
              <a:rPr lang="ru-RU" sz="2400" dirty="0"/>
              <a:t> </a:t>
            </a:r>
            <a:r>
              <a:rPr lang="ru-RU" sz="2400" dirty="0" err="1"/>
              <a:t>Language</a:t>
            </a:r>
            <a:r>
              <a:rPr lang="ru-RU" sz="2400" dirty="0"/>
              <a:t>, который является подмножеством SGML. Вскоре после этого все виды документов и данных в начале и в конце каждого текстового элемента стали содержать тэги в стиле &lt;тэг&gt; и . В конце 1990-х годов появился </a:t>
            </a:r>
            <a:r>
              <a:rPr lang="ru-RU" sz="2400" dirty="0" err="1"/>
              <a:t>Extensible</a:t>
            </a:r>
            <a:r>
              <a:rPr lang="ru-RU" sz="2400" dirty="0"/>
              <a:t> </a:t>
            </a:r>
            <a:r>
              <a:rPr lang="ru-RU" sz="2400" dirty="0" err="1"/>
              <a:t>Markup</a:t>
            </a:r>
            <a:r>
              <a:rPr lang="ru-RU" sz="2400" dirty="0"/>
              <a:t> </a:t>
            </a:r>
            <a:r>
              <a:rPr lang="ru-RU" sz="2400" dirty="0" err="1"/>
              <a:t>Language</a:t>
            </a:r>
            <a:r>
              <a:rPr lang="ru-RU" sz="2400" dirty="0"/>
              <a:t> (XML)... и вселенная ИТ необратимо изменилась.</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26">
            <a:extLst>
              <a:ext uri="{FF2B5EF4-FFF2-40B4-BE49-F238E27FC236}">
                <a16:creationId xmlns:a16="http://schemas.microsoft.com/office/drawing/2014/main" id="{733B351D-640D-4E6C-B1EE-FD2025355D3E}"/>
              </a:ext>
            </a:extLst>
          </p:cNvPr>
          <p:cNvSpPr>
            <a:spLocks noGrp="1" noChangeArrowheads="1"/>
          </p:cNvSpPr>
          <p:nvPr>
            <p:ph type="title"/>
          </p:nvPr>
        </p:nvSpPr>
        <p:spPr>
          <a:xfrm>
            <a:off x="1042988" y="188913"/>
            <a:ext cx="7543800" cy="1243012"/>
          </a:xfrm>
        </p:spPr>
        <p:txBody>
          <a:bodyPr/>
          <a:lstStyle/>
          <a:p>
            <a:pPr eaLnBrk="1" hangingPunct="1">
              <a:defRPr/>
            </a:pPr>
            <a:r>
              <a:rPr lang="ru-RU"/>
              <a:t>Что такое SGML?</a:t>
            </a:r>
          </a:p>
        </p:txBody>
      </p:sp>
      <p:sp>
        <p:nvSpPr>
          <p:cNvPr id="44035" name="Rectangle 1027">
            <a:extLst>
              <a:ext uri="{FF2B5EF4-FFF2-40B4-BE49-F238E27FC236}">
                <a16:creationId xmlns:a16="http://schemas.microsoft.com/office/drawing/2014/main" id="{A5FAB627-371A-4077-AB9E-5D02A3084B90}"/>
              </a:ext>
            </a:extLst>
          </p:cNvPr>
          <p:cNvSpPr>
            <a:spLocks noGrp="1" noChangeArrowheads="1"/>
          </p:cNvSpPr>
          <p:nvPr>
            <p:ph type="body" idx="1"/>
          </p:nvPr>
        </p:nvSpPr>
        <p:spPr>
          <a:xfrm>
            <a:off x="1042988" y="1412875"/>
            <a:ext cx="7543800" cy="5084763"/>
          </a:xfrm>
        </p:spPr>
        <p:txBody>
          <a:bodyPr/>
          <a:lstStyle/>
          <a:p>
            <a:pPr eaLnBrk="1" hangingPunct="1">
              <a:defRPr/>
            </a:pPr>
            <a:r>
              <a:rPr lang="ru-RU" sz="3000"/>
              <a:t>международный стандарт разметки документов (ISO 8879:1986)</a:t>
            </a:r>
          </a:p>
          <a:p>
            <a:pPr eaLnBrk="1" hangingPunct="1">
              <a:defRPr/>
            </a:pPr>
            <a:r>
              <a:rPr lang="ru-RU" sz="3000"/>
              <a:t>метаязык для создания языков разметки - </a:t>
            </a:r>
            <a:r>
              <a:rPr lang="ru-RU" sz="3000" i="1"/>
              <a:t>приложений SGML </a:t>
            </a:r>
            <a:r>
              <a:rPr lang="ru-RU" sz="3000"/>
              <a:t>(например, HTML)</a:t>
            </a:r>
          </a:p>
          <a:p>
            <a:pPr eaLnBrk="1" hangingPunct="1">
              <a:defRPr/>
            </a:pPr>
            <a:r>
              <a:rPr lang="ru-RU" sz="3000"/>
              <a:t>документы хранятся в текстовом виде</a:t>
            </a:r>
          </a:p>
          <a:p>
            <a:pPr eaLnBrk="1" hangingPunct="1">
              <a:defRPr/>
            </a:pPr>
            <a:r>
              <a:rPr lang="ru-RU" sz="3000"/>
              <a:t>документы состоят из текста и элементов разметки</a:t>
            </a:r>
          </a:p>
          <a:p>
            <a:pPr eaLnBrk="1" hangingPunct="1">
              <a:defRPr/>
            </a:pPr>
            <a:r>
              <a:rPr lang="ru-RU" sz="3000"/>
              <a:t>структура документа строго определена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a:extLst>
              <a:ext uri="{FF2B5EF4-FFF2-40B4-BE49-F238E27FC236}">
                <a16:creationId xmlns:a16="http://schemas.microsoft.com/office/drawing/2014/main" id="{E1F3CC1F-F484-426D-8CFF-E84F0D96AD30}"/>
              </a:ext>
            </a:extLst>
          </p:cNvPr>
          <p:cNvSpPr>
            <a:spLocks noGrp="1" noChangeArrowheads="1"/>
          </p:cNvSpPr>
          <p:nvPr>
            <p:ph type="body" idx="1"/>
          </p:nvPr>
        </p:nvSpPr>
        <p:spPr>
          <a:xfrm>
            <a:off x="684213" y="476250"/>
            <a:ext cx="8280400" cy="6048375"/>
          </a:xfrm>
        </p:spPr>
        <p:txBody>
          <a:bodyPr/>
          <a:lstStyle/>
          <a:p>
            <a:pPr eaLnBrk="1" hangingPunct="1">
              <a:buFont typeface="Wingdings" panose="05000000000000000000" pitchFamily="2" charset="2"/>
              <a:buNone/>
              <a:defRPr/>
            </a:pPr>
            <a:r>
              <a:rPr lang="ru-RU"/>
              <a:t>Стандартный</a:t>
            </a:r>
            <a:r>
              <a:rPr lang="en-US"/>
              <a:t> </a:t>
            </a:r>
            <a:r>
              <a:rPr lang="ru-RU"/>
              <a:t>язык</a:t>
            </a:r>
            <a:r>
              <a:rPr lang="en-US"/>
              <a:t> </a:t>
            </a:r>
            <a:r>
              <a:rPr lang="ru-RU"/>
              <a:t>обобщенной</a:t>
            </a:r>
            <a:r>
              <a:rPr lang="en-US"/>
              <a:t> </a:t>
            </a:r>
            <a:r>
              <a:rPr lang="ru-RU"/>
              <a:t>разметки</a:t>
            </a:r>
            <a:r>
              <a:rPr lang="en-US"/>
              <a:t> (</a:t>
            </a:r>
            <a:r>
              <a:rPr lang="en-US" i="1"/>
              <a:t>Standard Generalized Markup Language, </a:t>
            </a:r>
            <a:r>
              <a:rPr lang="en-US" i="1">
                <a:solidFill>
                  <a:schemeClr val="folHlink"/>
                </a:solidFill>
              </a:rPr>
              <a:t>SGML</a:t>
            </a:r>
            <a:r>
              <a:rPr lang="en-US"/>
              <a:t>). (International Organization for Standardization,</a:t>
            </a:r>
            <a:r>
              <a:rPr lang="en-US" i="1"/>
              <a:t>ISO 8879: Information processing -- Text and office systems -- Standard Generalized Markup Language (SGML),</a:t>
            </a:r>
            <a:r>
              <a:rPr lang="en-US"/>
              <a:t>([Geneva]: ISO, 1986).) </a:t>
            </a:r>
            <a:r>
              <a:rPr lang="ru-RU"/>
              <a:t>SGML -- международный стандарт на определение не зависящих от платформы и системы методов представления текстов в электронной форме.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a:extLst>
              <a:ext uri="{FF2B5EF4-FFF2-40B4-BE49-F238E27FC236}">
                <a16:creationId xmlns:a16="http://schemas.microsoft.com/office/drawing/2014/main" id="{4E9DB9C0-D69A-48D4-8388-EA1380DA6992}"/>
              </a:ext>
            </a:extLst>
          </p:cNvPr>
          <p:cNvSpPr>
            <a:spLocks noGrp="1" noChangeArrowheads="1"/>
          </p:cNvSpPr>
          <p:nvPr>
            <p:ph type="body" idx="1"/>
          </p:nvPr>
        </p:nvSpPr>
        <p:spPr>
          <a:xfrm>
            <a:off x="468313" y="260350"/>
            <a:ext cx="8496300" cy="6408738"/>
          </a:xfrm>
        </p:spPr>
        <p:txBody>
          <a:bodyPr/>
          <a:lstStyle/>
          <a:p>
            <a:pPr algn="ctr" eaLnBrk="1" hangingPunct="1">
              <a:buFont typeface="Wingdings" panose="05000000000000000000" pitchFamily="2" charset="2"/>
              <a:buNone/>
              <a:defRPr/>
            </a:pPr>
            <a:r>
              <a:rPr lang="en-US">
                <a:effectLst/>
              </a:rPr>
              <a:t>     </a:t>
            </a:r>
            <a:r>
              <a:rPr lang="ru-RU" sz="3600">
                <a:solidFill>
                  <a:schemeClr val="folHlink"/>
                </a:solidFill>
                <a:effectLst/>
              </a:rPr>
              <a:t>SGML является международным стандартом на описание размеченного электронного текста.</a:t>
            </a:r>
            <a:r>
              <a:rPr lang="ru-RU" sz="3600">
                <a:effectLst/>
              </a:rPr>
              <a:t> </a:t>
            </a:r>
            <a:endParaRPr lang="en-US" sz="3600">
              <a:effectLst/>
            </a:endParaRPr>
          </a:p>
          <a:p>
            <a:pPr eaLnBrk="1" hangingPunct="1">
              <a:buFont typeface="Wingdings" panose="05000000000000000000" pitchFamily="2" charset="2"/>
              <a:buNone/>
              <a:defRPr/>
            </a:pPr>
            <a:r>
              <a:rPr lang="en-US" sz="3600">
                <a:effectLst/>
              </a:rPr>
              <a:t>   </a:t>
            </a:r>
          </a:p>
          <a:p>
            <a:pPr eaLnBrk="1" hangingPunct="1">
              <a:buFont typeface="Wingdings" panose="05000000000000000000" pitchFamily="2" charset="2"/>
              <a:buNone/>
              <a:defRPr/>
            </a:pPr>
            <a:r>
              <a:rPr lang="ru-RU" sz="3600">
                <a:effectLst/>
              </a:rPr>
              <a:t>Точнее, SGML -- это </a:t>
            </a:r>
            <a:r>
              <a:rPr lang="ru-RU" sz="3600" b="1">
                <a:effectLst/>
              </a:rPr>
              <a:t>метаязык</a:t>
            </a:r>
            <a:r>
              <a:rPr lang="ru-RU" sz="3600">
                <a:effectLst/>
              </a:rPr>
              <a:t> (metalanguage), то есть, средство формального описания языка, в данном случае, </a:t>
            </a:r>
            <a:r>
              <a:rPr lang="ru-RU" sz="3600" b="1">
                <a:effectLst/>
              </a:rPr>
              <a:t>языка разметки</a:t>
            </a:r>
            <a:r>
              <a:rPr lang="ru-RU" sz="3600">
                <a:effectLst/>
              </a:rPr>
              <a:t> (markup language). </a:t>
            </a:r>
            <a:endParaRPr lang="ru-RU" sz="3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a:extLst>
              <a:ext uri="{FF2B5EF4-FFF2-40B4-BE49-F238E27FC236}">
                <a16:creationId xmlns:a16="http://schemas.microsoft.com/office/drawing/2014/main" id="{1C23E04A-243B-4D25-87BC-BE4A61200F4A}"/>
              </a:ext>
            </a:extLst>
          </p:cNvPr>
          <p:cNvSpPr>
            <a:spLocks noGrp="1" noChangeArrowheads="1"/>
          </p:cNvSpPr>
          <p:nvPr>
            <p:ph type="body" idx="1"/>
          </p:nvPr>
        </p:nvSpPr>
        <p:spPr>
          <a:xfrm>
            <a:off x="468313" y="333375"/>
            <a:ext cx="8496300" cy="6191250"/>
          </a:xfrm>
        </p:spPr>
        <p:txBody>
          <a:bodyPr/>
          <a:lstStyle/>
          <a:p>
            <a:pPr eaLnBrk="1" hangingPunct="1">
              <a:lnSpc>
                <a:spcPct val="80000"/>
              </a:lnSpc>
              <a:defRPr/>
            </a:pPr>
            <a:r>
              <a:rPr lang="ru-RU" sz="2800"/>
              <a:t>Исторически слово </a:t>
            </a:r>
            <a:r>
              <a:rPr lang="ru-RU" sz="2800">
                <a:solidFill>
                  <a:schemeClr val="folHlink"/>
                </a:solidFill>
              </a:rPr>
              <a:t>разметка (markup)</a:t>
            </a:r>
            <a:r>
              <a:rPr lang="ru-RU" sz="2800"/>
              <a:t> использовалось для описания аннотаций или других отметок в тексте, предназначенных для указания машинистке или наборщику, как именно должна быть напечатана или набрана определенная фраза. </a:t>
            </a:r>
          </a:p>
          <a:p>
            <a:pPr eaLnBrk="1" hangingPunct="1">
              <a:lnSpc>
                <a:spcPct val="80000"/>
              </a:lnSpc>
              <a:defRPr/>
            </a:pPr>
            <a:r>
              <a:rPr lang="ru-RU" sz="2800" i="1"/>
              <a:t>Примеры включают волнистое подчеркивание для обозначения жирного шрифта, специальные символы для обозначения пропуска отдельных предложений или их печати определенным шрифтом, и т.п. </a:t>
            </a:r>
            <a:endParaRPr lang="en-US" sz="2800" i="1"/>
          </a:p>
          <a:p>
            <a:pPr eaLnBrk="1" hangingPunct="1">
              <a:lnSpc>
                <a:spcPct val="80000"/>
              </a:lnSpc>
              <a:defRPr/>
            </a:pPr>
            <a:r>
              <a:rPr lang="ru-RU" sz="2800"/>
              <a:t>С автоматизацией форматирования и печати текстов термин был расширен, охватывая сейчас всяческие коды разметки (markup codes), вставляемые в электронные тексты для управления форматированием, печатью или иной обработкой.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a:extLst>
              <a:ext uri="{FF2B5EF4-FFF2-40B4-BE49-F238E27FC236}">
                <a16:creationId xmlns:a16="http://schemas.microsoft.com/office/drawing/2014/main" id="{2BD1C3D0-57ED-4FDD-8762-3BBF358539F5}"/>
              </a:ext>
            </a:extLst>
          </p:cNvPr>
          <p:cNvSpPr>
            <a:spLocks noGrp="1" noChangeArrowheads="1"/>
          </p:cNvSpPr>
          <p:nvPr>
            <p:ph type="body" idx="1"/>
          </p:nvPr>
        </p:nvSpPr>
        <p:spPr>
          <a:xfrm>
            <a:off x="395288" y="404813"/>
            <a:ext cx="8569325" cy="6337300"/>
          </a:xfrm>
        </p:spPr>
        <p:txBody>
          <a:bodyPr/>
          <a:lstStyle/>
          <a:p>
            <a:pPr eaLnBrk="1" hangingPunct="1">
              <a:defRPr/>
            </a:pPr>
            <a:r>
              <a:rPr lang="ru-RU" sz="2800"/>
              <a:t>Обобщая, мы определяем</a:t>
            </a:r>
            <a:r>
              <a:rPr lang="ru-RU" sz="2800" b="1" u="sng"/>
              <a:t> </a:t>
            </a:r>
            <a:r>
              <a:rPr lang="ru-RU" sz="2800" b="1" u="sng">
                <a:solidFill>
                  <a:schemeClr val="folHlink"/>
                </a:solidFill>
              </a:rPr>
              <a:t>разметку или кодирование (encoding),</a:t>
            </a:r>
            <a:r>
              <a:rPr lang="ru-RU" sz="2800" b="1" u="sng"/>
              <a:t> как любой метод выявления интерпретации текста</a:t>
            </a:r>
            <a:r>
              <a:rPr lang="ru-RU" sz="2800"/>
              <a:t>. </a:t>
            </a:r>
          </a:p>
          <a:p>
            <a:pPr eaLnBrk="1" hangingPunct="1">
              <a:defRPr/>
            </a:pPr>
            <a:r>
              <a:rPr lang="ru-RU" sz="2800"/>
              <a:t>На примитивном уровне все печатные тексты кодированы в этом смысле: знаки пунктуации, использование заглавных букв, размещение букв на странице, даже пробелы между словами можно считать своеобразной разметкой, функция которой - помочь читателю определить, где заканчивается одно слово и начинается другое, или как отделить структурные элементы, например, заголовки, или элементы локальной структуры, например, подчиненные предложения.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a:extLst>
              <a:ext uri="{FF2B5EF4-FFF2-40B4-BE49-F238E27FC236}">
                <a16:creationId xmlns:a16="http://schemas.microsoft.com/office/drawing/2014/main" id="{22902A56-455F-45B0-A00B-00AF6C77DD5E}"/>
              </a:ext>
            </a:extLst>
          </p:cNvPr>
          <p:cNvSpPr>
            <a:spLocks noGrp="1" noChangeArrowheads="1"/>
          </p:cNvSpPr>
          <p:nvPr>
            <p:ph type="body" idx="1"/>
          </p:nvPr>
        </p:nvSpPr>
        <p:spPr>
          <a:xfrm>
            <a:off x="1066800" y="476250"/>
            <a:ext cx="7543800" cy="5619750"/>
          </a:xfrm>
        </p:spPr>
        <p:txBody>
          <a:bodyPr/>
          <a:lstStyle/>
          <a:p>
            <a:pPr marL="457200" indent="-457200" eaLnBrk="1" hangingPunct="1">
              <a:lnSpc>
                <a:spcPct val="90000"/>
              </a:lnSpc>
            </a:pPr>
            <a:r>
              <a:rPr lang="ru-RU" altLang="ru-RU" sz="2400">
                <a:effectLst/>
              </a:rPr>
              <a:t>Кодирование текста для компьютерной обработки - процесс выявления того, что неявно или предположительно, процесс указания пользователю, как интерпретировать содержимое текста. </a:t>
            </a:r>
          </a:p>
          <a:p>
            <a:pPr marL="457200" indent="-457200" eaLnBrk="1" hangingPunct="1">
              <a:lnSpc>
                <a:spcPct val="90000"/>
              </a:lnSpc>
            </a:pPr>
            <a:r>
              <a:rPr lang="ru-RU" altLang="ru-RU" sz="2400">
                <a:effectLst/>
              </a:rPr>
              <a:t>Под </a:t>
            </a:r>
            <a:r>
              <a:rPr lang="ru-RU" altLang="ru-RU" sz="2400" b="1" u="sng">
                <a:solidFill>
                  <a:schemeClr val="folHlink"/>
                </a:solidFill>
                <a:effectLst/>
              </a:rPr>
              <a:t>языком разметки</a:t>
            </a:r>
            <a:r>
              <a:rPr lang="ru-RU" altLang="ru-RU" sz="2400" b="1" u="sng">
                <a:effectLst/>
              </a:rPr>
              <a:t> </a:t>
            </a:r>
            <a:r>
              <a:rPr lang="ru-RU" altLang="ru-RU" sz="2400">
                <a:effectLst/>
              </a:rPr>
              <a:t>мы понимаем</a:t>
            </a:r>
            <a:r>
              <a:rPr lang="ru-RU" altLang="ru-RU" sz="2400" b="1" u="sng">
                <a:effectLst/>
              </a:rPr>
              <a:t> набор соглашений о разметке, используемых в комплексе для кодирования текстов</a:t>
            </a:r>
            <a:r>
              <a:rPr lang="ru-RU" altLang="ru-RU" sz="2400">
                <a:effectLst/>
              </a:rPr>
              <a:t>. </a:t>
            </a:r>
            <a:endParaRPr lang="en-US" altLang="ru-RU" sz="2400">
              <a:effectLst/>
            </a:endParaRPr>
          </a:p>
          <a:p>
            <a:pPr marL="457200" indent="-457200" eaLnBrk="1" hangingPunct="1">
              <a:lnSpc>
                <a:spcPct val="90000"/>
              </a:lnSpc>
              <a:buFont typeface="Wingdings" panose="05000000000000000000" pitchFamily="2" charset="2"/>
              <a:buNone/>
            </a:pPr>
            <a:r>
              <a:rPr lang="ru-RU" altLang="ru-RU" sz="2400">
                <a:effectLst/>
              </a:rPr>
              <a:t>Язык разметки должен специфицировать: </a:t>
            </a:r>
            <a:endParaRPr lang="en-US" altLang="ru-RU" sz="2400">
              <a:effectLst/>
            </a:endParaRPr>
          </a:p>
          <a:p>
            <a:pPr marL="457200" indent="-457200" eaLnBrk="1" hangingPunct="1">
              <a:lnSpc>
                <a:spcPct val="90000"/>
              </a:lnSpc>
              <a:buFont typeface="Wingdings" panose="05000000000000000000" pitchFamily="2" charset="2"/>
              <a:buAutoNum type="arabicPeriod"/>
            </a:pPr>
            <a:r>
              <a:rPr lang="ru-RU" altLang="ru-RU" sz="2400">
                <a:effectLst/>
              </a:rPr>
              <a:t>какая разметка является допустимой; </a:t>
            </a:r>
            <a:endParaRPr lang="en-US" altLang="ru-RU" sz="2400">
              <a:effectLst/>
            </a:endParaRPr>
          </a:p>
          <a:p>
            <a:pPr marL="457200" indent="-457200" eaLnBrk="1" hangingPunct="1">
              <a:lnSpc>
                <a:spcPct val="90000"/>
              </a:lnSpc>
              <a:buFont typeface="Wingdings" panose="05000000000000000000" pitchFamily="2" charset="2"/>
              <a:buAutoNum type="arabicPeriod"/>
            </a:pPr>
            <a:r>
              <a:rPr lang="ru-RU" altLang="ru-RU" sz="2400">
                <a:effectLst/>
              </a:rPr>
              <a:t>какая – необходимой;</a:t>
            </a:r>
            <a:endParaRPr lang="en-US" altLang="ru-RU" sz="2400">
              <a:effectLst/>
            </a:endParaRPr>
          </a:p>
          <a:p>
            <a:pPr marL="457200" indent="-457200" eaLnBrk="1" hangingPunct="1">
              <a:lnSpc>
                <a:spcPct val="90000"/>
              </a:lnSpc>
              <a:buFont typeface="Wingdings" panose="05000000000000000000" pitchFamily="2" charset="2"/>
              <a:buAutoNum type="arabicPeriod"/>
            </a:pPr>
            <a:r>
              <a:rPr lang="ru-RU" altLang="ru-RU" sz="2400">
                <a:effectLst/>
              </a:rPr>
              <a:t>как различаются разметка и текст; </a:t>
            </a:r>
            <a:endParaRPr lang="en-US" altLang="ru-RU" sz="2400">
              <a:effectLst/>
            </a:endParaRPr>
          </a:p>
          <a:p>
            <a:pPr marL="457200" indent="-457200" eaLnBrk="1" hangingPunct="1">
              <a:lnSpc>
                <a:spcPct val="90000"/>
              </a:lnSpc>
              <a:buFont typeface="Wingdings" panose="05000000000000000000" pitchFamily="2" charset="2"/>
              <a:buAutoNum type="arabicPeriod"/>
            </a:pPr>
            <a:r>
              <a:rPr lang="ru-RU" altLang="ru-RU" sz="2400">
                <a:effectLst/>
              </a:rPr>
              <a:t>что разметка означает. </a:t>
            </a:r>
          </a:p>
          <a:p>
            <a:pPr marL="457200" indent="-457200" eaLnBrk="1" hangingPunct="1">
              <a:lnSpc>
                <a:spcPct val="90000"/>
              </a:lnSpc>
              <a:buFont typeface="Wingdings" panose="05000000000000000000" pitchFamily="2" charset="2"/>
              <a:buNone/>
            </a:pPr>
            <a:r>
              <a:rPr lang="ru-RU" altLang="ru-RU" sz="2400">
                <a:effectLst/>
              </a:rPr>
              <a:t>SGML предоставляет средства решения первых трех задач;</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8EE51FD0-FFDB-41DE-9913-8BC7766AE092}"/>
              </a:ext>
            </a:extLst>
          </p:cNvPr>
          <p:cNvSpPr>
            <a:spLocks noGrp="1" noChangeArrowheads="1"/>
          </p:cNvSpPr>
          <p:nvPr>
            <p:ph type="title"/>
          </p:nvPr>
        </p:nvSpPr>
        <p:spPr>
          <a:xfrm>
            <a:off x="1066800" y="333375"/>
            <a:ext cx="7543800" cy="935038"/>
          </a:xfrm>
        </p:spPr>
        <p:txBody>
          <a:bodyPr/>
          <a:lstStyle/>
          <a:p>
            <a:pPr algn="ctr" eaLnBrk="1" hangingPunct="1">
              <a:defRPr/>
            </a:pPr>
            <a:r>
              <a:rPr lang="ru-RU" sz="3600"/>
              <a:t>Особенности SGML</a:t>
            </a:r>
            <a:br>
              <a:rPr lang="ru-RU" sz="4000"/>
            </a:br>
            <a:endParaRPr lang="ru-RU" sz="4000"/>
          </a:p>
        </p:txBody>
      </p:sp>
      <p:sp>
        <p:nvSpPr>
          <p:cNvPr id="62467" name="Rectangle 3">
            <a:extLst>
              <a:ext uri="{FF2B5EF4-FFF2-40B4-BE49-F238E27FC236}">
                <a16:creationId xmlns:a16="http://schemas.microsoft.com/office/drawing/2014/main" id="{76476E75-2F72-46B6-A40B-759C3F0C7B88}"/>
              </a:ext>
            </a:extLst>
          </p:cNvPr>
          <p:cNvSpPr>
            <a:spLocks noGrp="1" noChangeArrowheads="1"/>
          </p:cNvSpPr>
          <p:nvPr>
            <p:ph type="body" idx="1"/>
          </p:nvPr>
        </p:nvSpPr>
        <p:spPr>
          <a:xfrm>
            <a:off x="539750" y="1268413"/>
            <a:ext cx="8064500" cy="5184775"/>
          </a:xfrm>
        </p:spPr>
        <p:txBody>
          <a:bodyPr/>
          <a:lstStyle/>
          <a:p>
            <a:pPr marL="609600" indent="-609600" algn="ctr" eaLnBrk="1" hangingPunct="1">
              <a:buFont typeface="Wingdings" panose="05000000000000000000" pitchFamily="2" charset="2"/>
              <a:buNone/>
              <a:defRPr/>
            </a:pPr>
            <a:r>
              <a:rPr lang="ru-RU" b="1" i="1">
                <a:effectLst/>
              </a:rPr>
              <a:t>Существуют три характеристики SGML, отличающие его от других языков разметки</a:t>
            </a:r>
            <a:r>
              <a:rPr lang="ru-RU">
                <a:effectLst/>
              </a:rPr>
              <a:t>: </a:t>
            </a:r>
          </a:p>
          <a:p>
            <a:pPr marL="609600" indent="-609600" eaLnBrk="1" hangingPunct="1">
              <a:buFont typeface="Wingdings" panose="05000000000000000000" pitchFamily="2" charset="2"/>
              <a:buAutoNum type="arabicPeriod"/>
              <a:defRPr/>
            </a:pPr>
            <a:r>
              <a:rPr lang="ru-RU"/>
              <a:t>упор на описательную, а не на процедурную разметку; </a:t>
            </a:r>
          </a:p>
          <a:p>
            <a:pPr marL="609600" indent="-609600" eaLnBrk="1" hangingPunct="1">
              <a:buFont typeface="Wingdings" panose="05000000000000000000" pitchFamily="2" charset="2"/>
              <a:buAutoNum type="arabicPeriod"/>
              <a:defRPr/>
            </a:pPr>
            <a:r>
              <a:rPr lang="ru-RU"/>
              <a:t>концепция </a:t>
            </a:r>
            <a:r>
              <a:rPr lang="ru-RU" b="1"/>
              <a:t>типа документа</a:t>
            </a:r>
            <a:r>
              <a:rPr lang="ru-RU"/>
              <a:t> (document type); </a:t>
            </a:r>
          </a:p>
          <a:p>
            <a:pPr marL="609600" indent="-609600" eaLnBrk="1" hangingPunct="1">
              <a:buFont typeface="Wingdings" panose="05000000000000000000" pitchFamily="2" charset="2"/>
              <a:buAutoNum type="arabicPeriod"/>
              <a:defRPr/>
            </a:pPr>
            <a:r>
              <a:rPr lang="ru-RU"/>
              <a:t>независимость от конкретной системы в представлении текста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B0470986-EEBB-46E6-8341-882F45EACDE9}"/>
              </a:ext>
            </a:extLst>
          </p:cNvPr>
          <p:cNvSpPr>
            <a:spLocks noGrp="1" noChangeArrowheads="1"/>
          </p:cNvSpPr>
          <p:nvPr>
            <p:ph type="title"/>
          </p:nvPr>
        </p:nvSpPr>
        <p:spPr>
          <a:xfrm>
            <a:off x="1066800" y="304800"/>
            <a:ext cx="7543800" cy="963613"/>
          </a:xfrm>
        </p:spPr>
        <p:txBody>
          <a:bodyPr/>
          <a:lstStyle/>
          <a:p>
            <a:pPr algn="ctr" eaLnBrk="1" hangingPunct="1">
              <a:defRPr/>
            </a:pPr>
            <a:r>
              <a:rPr lang="ru-RU" sz="3600" i="1" u="sng"/>
              <a:t>Описательная разметка</a:t>
            </a:r>
          </a:p>
        </p:txBody>
      </p:sp>
      <p:sp>
        <p:nvSpPr>
          <p:cNvPr id="18435" name="Rectangle 3">
            <a:extLst>
              <a:ext uri="{FF2B5EF4-FFF2-40B4-BE49-F238E27FC236}">
                <a16:creationId xmlns:a16="http://schemas.microsoft.com/office/drawing/2014/main" id="{C5107D3F-C713-423D-AB01-03DCB935146B}"/>
              </a:ext>
            </a:extLst>
          </p:cNvPr>
          <p:cNvSpPr>
            <a:spLocks noGrp="1" noChangeArrowheads="1"/>
          </p:cNvSpPr>
          <p:nvPr>
            <p:ph type="body" idx="1"/>
          </p:nvPr>
        </p:nvSpPr>
        <p:spPr>
          <a:xfrm>
            <a:off x="250825" y="1844675"/>
            <a:ext cx="8713788" cy="4752975"/>
          </a:xfrm>
        </p:spPr>
        <p:txBody>
          <a:bodyPr/>
          <a:lstStyle/>
          <a:p>
            <a:pPr eaLnBrk="1" hangingPunct="1">
              <a:lnSpc>
                <a:spcPct val="80000"/>
              </a:lnSpc>
              <a:buFont typeface="Wingdings" panose="05000000000000000000" pitchFamily="2" charset="2"/>
              <a:buNone/>
            </a:pPr>
            <a:r>
              <a:rPr lang="ru-RU" altLang="ru-RU" sz="2400" b="1" i="1" u="sng">
                <a:effectLst/>
              </a:rPr>
              <a:t>Система описательной разметки использует коды разметки, просто предоставляющие названия для классификации частей документа</a:t>
            </a:r>
            <a:r>
              <a:rPr lang="ru-RU" altLang="ru-RU" sz="2400">
                <a:effectLst/>
              </a:rPr>
              <a:t>. </a:t>
            </a:r>
          </a:p>
          <a:p>
            <a:pPr eaLnBrk="1" hangingPunct="1">
              <a:lnSpc>
                <a:spcPct val="80000"/>
              </a:lnSpc>
              <a:buFont typeface="Wingdings" panose="05000000000000000000" pitchFamily="2" charset="2"/>
              <a:buNone/>
            </a:pPr>
            <a:r>
              <a:rPr lang="ru-RU" altLang="ru-RU" sz="2400">
                <a:effectLst/>
              </a:rPr>
              <a:t>Коды, такие, как &lt;para&gt; или \end{list} просто идентифицируют часть документа и утверждают про нее: "следующий элемент -- параграф" или "это -- конец начатого последним списка" и т.д. </a:t>
            </a:r>
          </a:p>
          <a:p>
            <a:pPr eaLnBrk="1" hangingPunct="1">
              <a:lnSpc>
                <a:spcPct val="80000"/>
              </a:lnSpc>
              <a:buFont typeface="Wingdings" panose="05000000000000000000" pitchFamily="2" charset="2"/>
              <a:buNone/>
            </a:pPr>
            <a:r>
              <a:rPr lang="ru-RU" altLang="ru-RU" sz="2400">
                <a:effectLst/>
              </a:rPr>
              <a:t>Напротив, </a:t>
            </a:r>
            <a:r>
              <a:rPr lang="ru-RU" altLang="ru-RU" sz="2400" b="1" i="1" u="sng">
                <a:effectLst/>
              </a:rPr>
              <a:t>система процедурной разметки определяет, какая обработка должна производиться в конкретной точке документа: </a:t>
            </a:r>
            <a:r>
              <a:rPr lang="ru-RU" altLang="ru-RU" sz="2400">
                <a:effectLst/>
              </a:rPr>
              <a:t>"здесь вызвать процедуру PARA с параметрами 1, b и x", или "сдвинуть левую границу на 2см влево, правую -- на 2см вправо, пропустить строку и встать на новую левую границу", и т.д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id="{34217C5F-1612-46E6-BEE1-998AFFBE006F}"/>
              </a:ext>
            </a:extLst>
          </p:cNvPr>
          <p:cNvSpPr>
            <a:spLocks noGrp="1" noChangeArrowheads="1"/>
          </p:cNvSpPr>
          <p:nvPr>
            <p:ph type="body" idx="1"/>
          </p:nvPr>
        </p:nvSpPr>
        <p:spPr>
          <a:xfrm>
            <a:off x="395288" y="260350"/>
            <a:ext cx="8569325" cy="6408738"/>
          </a:xfrm>
        </p:spPr>
        <p:txBody>
          <a:bodyPr/>
          <a:lstStyle/>
          <a:p>
            <a:pPr eaLnBrk="1" hangingPunct="1">
              <a:lnSpc>
                <a:spcPct val="90000"/>
              </a:lnSpc>
              <a:buFont typeface="Wingdings" panose="05000000000000000000" pitchFamily="2" charset="2"/>
              <a:buNone/>
            </a:pPr>
            <a:endParaRPr lang="ru-RU" altLang="ru-RU" sz="2400" i="1" u="sng">
              <a:effectLst/>
            </a:endParaRPr>
          </a:p>
          <a:p>
            <a:pPr eaLnBrk="1" hangingPunct="1">
              <a:lnSpc>
                <a:spcPct val="90000"/>
              </a:lnSpc>
              <a:buFont typeface="Wingdings" panose="05000000000000000000" pitchFamily="2" charset="2"/>
              <a:buNone/>
            </a:pPr>
            <a:r>
              <a:rPr lang="ru-RU" altLang="ru-RU" sz="2400" i="1">
                <a:effectLst/>
              </a:rPr>
              <a:t>При описательной, а не процедурной, разметке один и тот же документ можно обрабатывать различными программами, каждая из которых может применять различные правила обработки к тем частям документам, которые она считает важными.</a:t>
            </a:r>
            <a:r>
              <a:rPr lang="ru-RU" altLang="ru-RU" sz="2400">
                <a:effectLst/>
              </a:rPr>
              <a:t> </a:t>
            </a:r>
          </a:p>
          <a:p>
            <a:pPr eaLnBrk="1" hangingPunct="1">
              <a:lnSpc>
                <a:spcPct val="90000"/>
              </a:lnSpc>
              <a:buFont typeface="Wingdings" panose="05000000000000000000" pitchFamily="2" charset="2"/>
              <a:buNone/>
            </a:pPr>
            <a:endParaRPr lang="ru-RU" altLang="ru-RU" sz="2400">
              <a:effectLst/>
            </a:endParaRPr>
          </a:p>
          <a:p>
            <a:pPr eaLnBrk="1" hangingPunct="1">
              <a:lnSpc>
                <a:spcPct val="90000"/>
              </a:lnSpc>
              <a:buFont typeface="Wingdings" panose="05000000000000000000" pitchFamily="2" charset="2"/>
              <a:buNone/>
            </a:pPr>
            <a:r>
              <a:rPr lang="ru-RU" altLang="ru-RU" sz="2400">
                <a:effectLst/>
              </a:rPr>
              <a:t>Например, программа анализа содержимого может совершенно игнорировать сноски в аннотируемом тексте, тогда как программа форматирования может извлекать и собирать их вместе для печати в конце каждой главы. С одними и теми же частями файла могут ассоциироваться разные правила обработки. Например, одна программа может выделять имена людей и географические имена для создания индекса или базы данных, а другая, оперирующая тем же текстом, может печатать имена собственные шрифтом отличающегося начертания.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E780C0EF-D653-4E2B-99D4-A66C5A6F3FA5}"/>
              </a:ext>
            </a:extLst>
          </p:cNvPr>
          <p:cNvSpPr>
            <a:spLocks noGrp="1" noChangeArrowheads="1"/>
          </p:cNvSpPr>
          <p:nvPr>
            <p:ph type="title"/>
          </p:nvPr>
        </p:nvSpPr>
        <p:spPr>
          <a:xfrm>
            <a:off x="1066800" y="304800"/>
            <a:ext cx="7543800" cy="892175"/>
          </a:xfrm>
        </p:spPr>
        <p:txBody>
          <a:bodyPr/>
          <a:lstStyle/>
          <a:p>
            <a:pPr algn="ctr" eaLnBrk="1" hangingPunct="1">
              <a:defRPr/>
            </a:pPr>
            <a:r>
              <a:rPr lang="ru-RU" sz="3600" i="1" u="sng"/>
              <a:t>Типы документов</a:t>
            </a:r>
          </a:p>
        </p:txBody>
      </p:sp>
      <p:sp>
        <p:nvSpPr>
          <p:cNvPr id="77827" name="Rectangle 3">
            <a:extLst>
              <a:ext uri="{FF2B5EF4-FFF2-40B4-BE49-F238E27FC236}">
                <a16:creationId xmlns:a16="http://schemas.microsoft.com/office/drawing/2014/main" id="{98D9AC98-097A-4C32-A027-9C58EDD31108}"/>
              </a:ext>
            </a:extLst>
          </p:cNvPr>
          <p:cNvSpPr>
            <a:spLocks noGrp="1" noChangeArrowheads="1"/>
          </p:cNvSpPr>
          <p:nvPr>
            <p:ph type="body" idx="1"/>
          </p:nvPr>
        </p:nvSpPr>
        <p:spPr>
          <a:xfrm>
            <a:off x="323850" y="1268413"/>
            <a:ext cx="8712200" cy="5329237"/>
          </a:xfrm>
        </p:spPr>
        <p:txBody>
          <a:bodyPr/>
          <a:lstStyle/>
          <a:p>
            <a:pPr eaLnBrk="1" hangingPunct="1">
              <a:lnSpc>
                <a:spcPct val="90000"/>
              </a:lnSpc>
              <a:buFont typeface="Wingdings" panose="05000000000000000000" pitchFamily="2" charset="2"/>
              <a:buNone/>
              <a:defRPr/>
            </a:pPr>
            <a:r>
              <a:rPr lang="ru-RU" sz="2800"/>
              <a:t>SGML вводит понятие </a:t>
            </a:r>
            <a:r>
              <a:rPr lang="ru-RU" sz="2800" b="1">
                <a:solidFill>
                  <a:schemeClr val="folHlink"/>
                </a:solidFill>
              </a:rPr>
              <a:t>типа документа</a:t>
            </a:r>
            <a:r>
              <a:rPr lang="ru-RU" sz="2800"/>
              <a:t> и, как следствие, </a:t>
            </a:r>
            <a:r>
              <a:rPr lang="ru-RU" sz="2800" b="1">
                <a:solidFill>
                  <a:schemeClr val="folHlink"/>
                </a:solidFill>
              </a:rPr>
              <a:t>определения типа документа</a:t>
            </a:r>
            <a:r>
              <a:rPr lang="ru-RU" sz="2800"/>
              <a:t> (document type definition, DTD). </a:t>
            </a:r>
            <a:r>
              <a:rPr lang="ru-RU" sz="2800" b="1" i="1">
                <a:solidFill>
                  <a:schemeClr val="folHlink"/>
                </a:solidFill>
              </a:rPr>
              <a:t>Тип документа формально определяется его составными частями и их структурой</a:t>
            </a:r>
            <a:r>
              <a:rPr lang="ru-RU" sz="2800"/>
              <a:t>. </a:t>
            </a:r>
          </a:p>
          <a:p>
            <a:pPr eaLnBrk="1" hangingPunct="1">
              <a:lnSpc>
                <a:spcPct val="90000"/>
              </a:lnSpc>
              <a:buFont typeface="Wingdings" panose="05000000000000000000" pitchFamily="2" charset="2"/>
              <a:buNone/>
              <a:defRPr/>
            </a:pPr>
            <a:r>
              <a:rPr lang="ru-RU" sz="2400"/>
              <a:t>Например, определение отчета может констатировать, что он состоит из заголовка, возможно, автора, за которым следуют аннотация и один или несколько абзацев. Все, что не имеет заголовка, в соответствии с этим формальным определением, отчетом не является, так же, как не является им  последовательность абзацев, за которой следует аннотация, вне зависимости от того, насколько такие документы похожи на отчет для читателя-человека.</a:t>
            </a:r>
            <a:r>
              <a:rPr lang="ru-RU" sz="280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a:extLst>
              <a:ext uri="{FF2B5EF4-FFF2-40B4-BE49-F238E27FC236}">
                <a16:creationId xmlns:a16="http://schemas.microsoft.com/office/drawing/2014/main" id="{495172DC-ADFC-4B4D-A7A9-9DD3E0EB0D59}"/>
              </a:ext>
            </a:extLst>
          </p:cNvPr>
          <p:cNvSpPr>
            <a:spLocks noGrp="1" noChangeArrowheads="1"/>
          </p:cNvSpPr>
          <p:nvPr>
            <p:ph type="body" idx="1"/>
          </p:nvPr>
        </p:nvSpPr>
        <p:spPr>
          <a:xfrm>
            <a:off x="395288" y="404813"/>
            <a:ext cx="8748712" cy="6192837"/>
          </a:xfrm>
        </p:spPr>
        <p:txBody>
          <a:bodyPr/>
          <a:lstStyle/>
          <a:p>
            <a:pPr eaLnBrk="1" hangingPunct="1">
              <a:buFont typeface="Wingdings" panose="05000000000000000000" pitchFamily="2" charset="2"/>
              <a:buNone/>
            </a:pPr>
            <a:r>
              <a:rPr lang="ru-RU" altLang="ru-RU" sz="2800">
                <a:effectLst/>
                <a:latin typeface="Times New Roman" panose="02020603050405020304" pitchFamily="18" charset="0"/>
              </a:rPr>
              <a:t>        Раз документы имеют известные типы, можно использовать специальную программу, называющуюся </a:t>
            </a:r>
            <a:r>
              <a:rPr lang="ru-RU" altLang="ru-RU" sz="2800" b="1">
                <a:effectLst/>
                <a:latin typeface="Times New Roman" panose="02020603050405020304" pitchFamily="18" charset="0"/>
              </a:rPr>
              <a:t>анализатором</a:t>
            </a:r>
            <a:r>
              <a:rPr lang="ru-RU" altLang="ru-RU" sz="2800">
                <a:effectLst/>
                <a:latin typeface="Times New Roman" panose="02020603050405020304" pitchFamily="18" charset="0"/>
              </a:rPr>
              <a:t> (parser), для проверки документа, утверждающего свою принадлежность определенному типу. </a:t>
            </a:r>
          </a:p>
          <a:p>
            <a:pPr eaLnBrk="1" hangingPunct="1">
              <a:buFont typeface="Wingdings" panose="05000000000000000000" pitchFamily="2" charset="2"/>
              <a:buNone/>
            </a:pPr>
            <a:r>
              <a:rPr lang="ru-RU" altLang="ru-RU" sz="2800">
                <a:effectLst/>
                <a:latin typeface="Times New Roman" panose="02020603050405020304" pitchFamily="18" charset="0"/>
              </a:rPr>
              <a:t>          Анализатор проверяет, что все элементы, требуемые типом документа, на самом деле присутствуют и расположены в правильном порядке.        Что более важно, разные документы одного и того же типа могут обрабатываться одинаковым образом. Можно конструировать программы, использующие знание структуры документа, которые, таким образом, могут действовать в более осмысленной манере.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F0BC970F-AA2C-4815-A181-A5D607599CC7}"/>
              </a:ext>
            </a:extLst>
          </p:cNvPr>
          <p:cNvSpPr>
            <a:spLocks noGrp="1" noChangeArrowheads="1"/>
          </p:cNvSpPr>
          <p:nvPr>
            <p:ph type="title"/>
          </p:nvPr>
        </p:nvSpPr>
        <p:spPr>
          <a:xfrm>
            <a:off x="1066800" y="304800"/>
            <a:ext cx="7543800" cy="892175"/>
          </a:xfrm>
        </p:spPr>
        <p:txBody>
          <a:bodyPr/>
          <a:lstStyle/>
          <a:p>
            <a:pPr algn="ctr" eaLnBrk="1" hangingPunct="1">
              <a:defRPr/>
            </a:pPr>
            <a:r>
              <a:rPr lang="ru-RU" sz="3600" i="1" u="sng">
                <a:effectLst/>
              </a:rPr>
              <a:t>Независимость данных</a:t>
            </a:r>
            <a:r>
              <a:rPr lang="ru-RU"/>
              <a:t> </a:t>
            </a:r>
          </a:p>
        </p:txBody>
      </p:sp>
      <p:sp>
        <p:nvSpPr>
          <p:cNvPr id="75779" name="Rectangle 3">
            <a:extLst>
              <a:ext uri="{FF2B5EF4-FFF2-40B4-BE49-F238E27FC236}">
                <a16:creationId xmlns:a16="http://schemas.microsoft.com/office/drawing/2014/main" id="{9A4F57A3-2D1D-45D2-A650-2B57A477B9FF}"/>
              </a:ext>
            </a:extLst>
          </p:cNvPr>
          <p:cNvSpPr>
            <a:spLocks noGrp="1" noChangeArrowheads="1"/>
          </p:cNvSpPr>
          <p:nvPr>
            <p:ph type="body" idx="1"/>
          </p:nvPr>
        </p:nvSpPr>
        <p:spPr>
          <a:xfrm>
            <a:off x="179388" y="1268413"/>
            <a:ext cx="8785225" cy="5329237"/>
          </a:xfrm>
        </p:spPr>
        <p:txBody>
          <a:bodyPr/>
          <a:lstStyle/>
          <a:p>
            <a:pPr eaLnBrk="1" hangingPunct="1">
              <a:lnSpc>
                <a:spcPct val="90000"/>
              </a:lnSpc>
              <a:defRPr/>
            </a:pPr>
            <a:r>
              <a:rPr lang="ru-RU" sz="2400" b="1" i="1">
                <a:effectLst/>
              </a:rPr>
              <a:t>Основная цель создания SGML заключалась в том, чтобы обеспечить транспортабельность закодированных документов из одной аппаратной и программной среды в другую без потери информации</a:t>
            </a:r>
            <a:r>
              <a:rPr lang="ru-RU" sz="2400"/>
              <a:t>. </a:t>
            </a:r>
          </a:p>
          <a:p>
            <a:pPr eaLnBrk="1" hangingPunct="1">
              <a:lnSpc>
                <a:spcPct val="90000"/>
              </a:lnSpc>
              <a:defRPr/>
            </a:pPr>
            <a:r>
              <a:rPr lang="ru-RU" sz="2400"/>
              <a:t>Два описанных выше свойства решают эту задачу на абстрактном уровне; третье свойство -- на уровне строк байтов (символов), из которых составляется документ.</a:t>
            </a:r>
          </a:p>
          <a:p>
            <a:pPr eaLnBrk="1" hangingPunct="1">
              <a:lnSpc>
                <a:spcPct val="90000"/>
              </a:lnSpc>
              <a:defRPr/>
            </a:pPr>
            <a:r>
              <a:rPr lang="ru-RU" sz="2400"/>
              <a:t> SGML предоставляет универсальный механизм </a:t>
            </a:r>
            <a:r>
              <a:rPr lang="ru-RU" sz="2400" b="1">
                <a:solidFill>
                  <a:schemeClr val="folHlink"/>
                </a:solidFill>
              </a:rPr>
              <a:t>строковой подстановки</a:t>
            </a:r>
            <a:r>
              <a:rPr lang="ru-RU" sz="2400"/>
              <a:t> (string substitution), то есть, простой машинно-независимый способ обозначить, что некоторая последовательность символов в документе должна заменяться при его обработке некоторой другой последовательностью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id="{6392E401-352A-43A9-8373-D182288DF878}"/>
              </a:ext>
            </a:extLst>
          </p:cNvPr>
          <p:cNvSpPr>
            <a:spLocks noGrp="1" noChangeArrowheads="1"/>
          </p:cNvSpPr>
          <p:nvPr>
            <p:ph type="body" idx="1"/>
          </p:nvPr>
        </p:nvSpPr>
        <p:spPr>
          <a:xfrm>
            <a:off x="179388" y="260350"/>
            <a:ext cx="8856662" cy="6408738"/>
          </a:xfrm>
        </p:spPr>
        <p:txBody>
          <a:bodyPr/>
          <a:lstStyle/>
          <a:p>
            <a:pPr eaLnBrk="1" hangingPunct="1">
              <a:lnSpc>
                <a:spcPct val="90000"/>
              </a:lnSpc>
              <a:buFont typeface="Wingdings" panose="05000000000000000000" pitchFamily="2" charset="2"/>
              <a:buNone/>
            </a:pPr>
            <a:r>
              <a:rPr lang="ru-RU" altLang="ru-RU">
                <a:effectLst/>
              </a:rPr>
              <a:t>       Одно очевидное применение этого механизма -- обеспечение согласованности номенклатуры; другое, и более важное, -- противодействие печально известной неспособности различных компьютерных систем понимать наборы символов друг друга, или способ в любой системе предоставить все графические символы, необходимые для конкретного приложения, путем использования описательных обозначений непереносимых символов. Строки, определенные этим механизмом подстановки, называются </a:t>
            </a:r>
            <a:r>
              <a:rPr lang="ru-RU" altLang="ru-RU" b="1">
                <a:solidFill>
                  <a:schemeClr val="folHlink"/>
                </a:solidFill>
                <a:effectLst/>
              </a:rPr>
              <a:t>объектами</a:t>
            </a:r>
            <a:r>
              <a:rPr lang="ru-RU" altLang="ru-RU">
                <a:effectLst/>
              </a:rPr>
              <a:t> (entities).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9EC61CB6-297E-4DFE-8328-65B7C912E4DE}"/>
              </a:ext>
            </a:extLst>
          </p:cNvPr>
          <p:cNvSpPr>
            <a:spLocks noGrp="1" noChangeArrowheads="1"/>
          </p:cNvSpPr>
          <p:nvPr>
            <p:ph type="title"/>
          </p:nvPr>
        </p:nvSpPr>
        <p:spPr>
          <a:xfrm>
            <a:off x="1066800" y="304800"/>
            <a:ext cx="7543800" cy="892175"/>
          </a:xfrm>
        </p:spPr>
        <p:txBody>
          <a:bodyPr/>
          <a:lstStyle/>
          <a:p>
            <a:pPr eaLnBrk="1" hangingPunct="1">
              <a:defRPr/>
            </a:pPr>
            <a:r>
              <a:rPr lang="ru-RU" u="sng"/>
              <a:t>Структура текста</a:t>
            </a:r>
          </a:p>
        </p:txBody>
      </p:sp>
      <p:sp>
        <p:nvSpPr>
          <p:cNvPr id="73731" name="Rectangle 3">
            <a:extLst>
              <a:ext uri="{FF2B5EF4-FFF2-40B4-BE49-F238E27FC236}">
                <a16:creationId xmlns:a16="http://schemas.microsoft.com/office/drawing/2014/main" id="{A5F6F485-B9FF-4EB1-B4D4-9DE0DE66B6A1}"/>
              </a:ext>
            </a:extLst>
          </p:cNvPr>
          <p:cNvSpPr>
            <a:spLocks noGrp="1" noChangeArrowheads="1"/>
          </p:cNvSpPr>
          <p:nvPr>
            <p:ph type="body" idx="1"/>
          </p:nvPr>
        </p:nvSpPr>
        <p:spPr>
          <a:xfrm>
            <a:off x="250825" y="1268413"/>
            <a:ext cx="8785225" cy="5473700"/>
          </a:xfrm>
        </p:spPr>
        <p:txBody>
          <a:bodyPr/>
          <a:lstStyle/>
          <a:p>
            <a:pPr eaLnBrk="1" hangingPunct="1">
              <a:defRPr/>
            </a:pPr>
            <a:r>
              <a:rPr lang="ru-RU" sz="2800"/>
              <a:t>Текст не является просто однородной последовательностью слов, или, тем более, байтов. </a:t>
            </a:r>
          </a:p>
          <a:p>
            <a:pPr eaLnBrk="1" hangingPunct="1">
              <a:defRPr/>
            </a:pPr>
            <a:r>
              <a:rPr lang="ru-RU" sz="2800"/>
              <a:t>Для различных целей он может быть разделен на множество разных единиц разных типов или размеров. </a:t>
            </a:r>
          </a:p>
          <a:p>
            <a:pPr eaLnBrk="1" hangingPunct="1">
              <a:defRPr/>
            </a:pPr>
            <a:r>
              <a:rPr lang="ru-RU" sz="2800"/>
              <a:t>Текст в прозе, такой, как этот, можно разделить на разделы, главы, абзацы и предложения. </a:t>
            </a:r>
          </a:p>
          <a:p>
            <a:pPr eaLnBrk="1" hangingPunct="1">
              <a:defRPr/>
            </a:pPr>
            <a:r>
              <a:rPr lang="ru-RU" sz="2800"/>
              <a:t>Стихотворный текст можно делить на песни, строфы и строки. Будучи напечатанным, и проза и поэзия может делиться на тома, сборники, страницы.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a:extLst>
              <a:ext uri="{FF2B5EF4-FFF2-40B4-BE49-F238E27FC236}">
                <a16:creationId xmlns:a16="http://schemas.microsoft.com/office/drawing/2014/main" id="{0DBD8EE1-2EB8-4CF3-91B0-C05EB56E07C9}"/>
              </a:ext>
            </a:extLst>
          </p:cNvPr>
          <p:cNvSpPr>
            <a:spLocks noGrp="1" noChangeArrowheads="1"/>
          </p:cNvSpPr>
          <p:nvPr>
            <p:ph type="body" idx="1"/>
          </p:nvPr>
        </p:nvSpPr>
        <p:spPr>
          <a:xfrm>
            <a:off x="107950" y="115888"/>
            <a:ext cx="8856663" cy="6626225"/>
          </a:xfrm>
        </p:spPr>
        <p:txBody>
          <a:bodyPr/>
          <a:lstStyle/>
          <a:p>
            <a:pPr eaLnBrk="1" hangingPunct="1">
              <a:lnSpc>
                <a:spcPct val="90000"/>
              </a:lnSpc>
              <a:defRPr/>
            </a:pPr>
            <a:endParaRPr lang="ru-RU" sz="2400"/>
          </a:p>
          <a:p>
            <a:pPr eaLnBrk="1" hangingPunct="1">
              <a:lnSpc>
                <a:spcPct val="90000"/>
              </a:lnSpc>
              <a:defRPr/>
            </a:pPr>
            <a:r>
              <a:rPr lang="ru-RU" sz="2400"/>
              <a:t>В прозаическом тексте также можно выделять в качестве единиц разнообразные предложения прямой или непрямой речи, фразы, использующие разную стилистику (описание, спор, комментарий и т.п.), фразы разных людей и так далее. А для некоторых типов анализа (например, критики) может оказаться важным физическое представление конкретного печатного или рукописного источника: парадоксально, что описательная разметка может использоваться для описания свойств представления, таких, как шрифт, разбиение на строки, использование пробелов и тому подобных. </a:t>
            </a:r>
          </a:p>
          <a:p>
            <a:pPr eaLnBrk="1" hangingPunct="1">
              <a:lnSpc>
                <a:spcPct val="90000"/>
              </a:lnSpc>
              <a:defRPr/>
            </a:pPr>
            <a:r>
              <a:rPr lang="ru-RU" sz="2400"/>
              <a:t>Эти структуры тестов пересекаются друг с другом сложным и непредсказуемым образом. В частности, при работе с текстами, существующими в бумажном виде, читатель должен понимать и физическую организацию книги, и логическую структуру работы, в ней содержащейся.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18DF774F-228F-4C3C-8506-E5F307DDC617}"/>
              </a:ext>
            </a:extLst>
          </p:cNvPr>
          <p:cNvSpPr>
            <a:spLocks noGrp="1" noChangeArrowheads="1"/>
          </p:cNvSpPr>
          <p:nvPr>
            <p:ph type="title"/>
          </p:nvPr>
        </p:nvSpPr>
        <p:spPr>
          <a:xfrm>
            <a:off x="800100" y="2420888"/>
            <a:ext cx="7543800" cy="1431925"/>
          </a:xfrm>
        </p:spPr>
        <p:txBody>
          <a:bodyPr/>
          <a:lstStyle/>
          <a:p>
            <a:pPr algn="ctr" eaLnBrk="1" hangingPunct="1">
              <a:defRPr/>
            </a:pPr>
            <a:r>
              <a:rPr lang="ru-RU" u="sng" dirty="0"/>
              <a:t>SGML структуры</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09D5FE5-4666-4202-8F27-CA6C04281968}"/>
              </a:ext>
            </a:extLst>
          </p:cNvPr>
          <p:cNvSpPr>
            <a:spLocks noGrp="1" noChangeArrowheads="1"/>
          </p:cNvSpPr>
          <p:nvPr>
            <p:ph type="title"/>
          </p:nvPr>
        </p:nvSpPr>
        <p:spPr>
          <a:xfrm>
            <a:off x="1066800" y="304800"/>
            <a:ext cx="7543800" cy="963613"/>
          </a:xfrm>
        </p:spPr>
        <p:txBody>
          <a:bodyPr/>
          <a:lstStyle/>
          <a:p>
            <a:pPr algn="ctr" eaLnBrk="1" hangingPunct="1"/>
            <a:r>
              <a:rPr lang="ru-RU" altLang="ru-RU" u="sng">
                <a:effectLst/>
              </a:rPr>
              <a:t>Элементы</a:t>
            </a:r>
          </a:p>
        </p:txBody>
      </p:sp>
      <p:sp>
        <p:nvSpPr>
          <p:cNvPr id="70659" name="Rectangle 3">
            <a:extLst>
              <a:ext uri="{FF2B5EF4-FFF2-40B4-BE49-F238E27FC236}">
                <a16:creationId xmlns:a16="http://schemas.microsoft.com/office/drawing/2014/main" id="{965ACD74-3E47-4B6C-B218-0669FE410FDD}"/>
              </a:ext>
            </a:extLst>
          </p:cNvPr>
          <p:cNvSpPr>
            <a:spLocks noGrp="1" noChangeArrowheads="1"/>
          </p:cNvSpPr>
          <p:nvPr>
            <p:ph type="body" idx="1"/>
          </p:nvPr>
        </p:nvSpPr>
        <p:spPr>
          <a:xfrm>
            <a:off x="250825" y="1268413"/>
            <a:ext cx="8713788" cy="5329237"/>
          </a:xfrm>
        </p:spPr>
        <p:txBody>
          <a:bodyPr/>
          <a:lstStyle/>
          <a:p>
            <a:pPr eaLnBrk="1" hangingPunct="1">
              <a:lnSpc>
                <a:spcPct val="80000"/>
              </a:lnSpc>
              <a:defRPr/>
            </a:pPr>
            <a:r>
              <a:rPr lang="ru-RU" sz="2400"/>
              <a:t>В стандарте SGML для текстовых единиц, рассматриваемых как структурные компоненты, используется термин </a:t>
            </a:r>
            <a:r>
              <a:rPr lang="ru-RU" sz="2400" b="1">
                <a:solidFill>
                  <a:schemeClr val="folHlink"/>
                </a:solidFill>
              </a:rPr>
              <a:t>элемент</a:t>
            </a:r>
            <a:r>
              <a:rPr lang="ru-RU" sz="2400"/>
              <a:t> (element).</a:t>
            </a:r>
          </a:p>
          <a:p>
            <a:pPr eaLnBrk="1" hangingPunct="1">
              <a:lnSpc>
                <a:spcPct val="80000"/>
              </a:lnSpc>
              <a:defRPr/>
            </a:pPr>
            <a:r>
              <a:rPr lang="ru-RU" sz="2400"/>
              <a:t> </a:t>
            </a:r>
            <a:r>
              <a:rPr lang="ru-RU" sz="2400">
                <a:effectLst/>
              </a:rPr>
              <a:t>Различным типам элементов даются различные названия, но SGML не предлагает никаких способов выразить значение конкретного типа элементов, кроме его отношения к другим типам элементов.</a:t>
            </a:r>
            <a:r>
              <a:rPr lang="ru-RU" sz="2400"/>
              <a:t> </a:t>
            </a:r>
          </a:p>
          <a:p>
            <a:pPr eaLnBrk="1" hangingPunct="1">
              <a:lnSpc>
                <a:spcPct val="80000"/>
              </a:lnSpc>
              <a:defRPr/>
            </a:pPr>
            <a:r>
              <a:rPr lang="ru-RU" sz="2400"/>
              <a:t>То есть, все, что можно сказать про элемент, называющийся (например) &lt;blort&gt;, -- это то, что его экземпляры могут встречаться (а могут и не встречаться) внутри элементов типа &lt;farble&gt;, и что он может раскладываться (а может и не раскладываться) на элементы типа &lt;blortette&gt;. </a:t>
            </a:r>
          </a:p>
          <a:p>
            <a:pPr eaLnBrk="1" hangingPunct="1">
              <a:lnSpc>
                <a:spcPct val="80000"/>
              </a:lnSpc>
              <a:defRPr/>
            </a:pPr>
            <a:r>
              <a:rPr lang="ru-RU" sz="2400"/>
              <a:t>Следует подчеркнуть, что стандарт SGML совершенно не заботит семантика текстовых элементов: она зависит от приложения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a:extLst>
              <a:ext uri="{FF2B5EF4-FFF2-40B4-BE49-F238E27FC236}">
                <a16:creationId xmlns:a16="http://schemas.microsoft.com/office/drawing/2014/main" id="{4486CFCB-8BC9-45DF-91F5-84CD073818B5}"/>
              </a:ext>
            </a:extLst>
          </p:cNvPr>
          <p:cNvSpPr>
            <a:spLocks noGrp="1" noChangeArrowheads="1"/>
          </p:cNvSpPr>
          <p:nvPr>
            <p:ph type="body" idx="1"/>
          </p:nvPr>
        </p:nvSpPr>
        <p:spPr>
          <a:xfrm>
            <a:off x="250825" y="188913"/>
            <a:ext cx="8569325" cy="6335712"/>
          </a:xfrm>
        </p:spPr>
        <p:txBody>
          <a:bodyPr/>
          <a:lstStyle/>
          <a:p>
            <a:pPr eaLnBrk="1" hangingPunct="1">
              <a:lnSpc>
                <a:spcPct val="90000"/>
              </a:lnSpc>
              <a:defRPr/>
            </a:pPr>
            <a:r>
              <a:rPr lang="ru-RU" sz="2400" dirty="0"/>
              <a:t>От необходимости выбора названий элементов, кодирующих их функцию, происходит технический термин для названия типа элемента: </a:t>
            </a:r>
            <a:r>
              <a:rPr lang="ru-RU" sz="2400" b="1" dirty="0">
                <a:solidFill>
                  <a:schemeClr val="folHlink"/>
                </a:solidFill>
              </a:rPr>
              <a:t>обобщенный идентификатор</a:t>
            </a:r>
            <a:r>
              <a:rPr lang="ru-RU" sz="2400" dirty="0"/>
              <a:t> (</a:t>
            </a:r>
            <a:r>
              <a:rPr lang="ru-RU" sz="2400" dirty="0" err="1"/>
              <a:t>generic</a:t>
            </a:r>
            <a:r>
              <a:rPr lang="ru-RU" sz="2400" dirty="0"/>
              <a:t> </a:t>
            </a:r>
            <a:r>
              <a:rPr lang="ru-RU" sz="2400" dirty="0" err="1"/>
              <a:t>identifier</a:t>
            </a:r>
            <a:r>
              <a:rPr lang="ru-RU" sz="2400" dirty="0"/>
              <a:t>), или GI. </a:t>
            </a:r>
          </a:p>
          <a:p>
            <a:pPr eaLnBrk="1" hangingPunct="1">
              <a:lnSpc>
                <a:spcPct val="90000"/>
              </a:lnSpc>
              <a:defRPr/>
            </a:pPr>
            <a:r>
              <a:rPr lang="ru-RU" sz="2400" i="1" dirty="0">
                <a:effectLst/>
              </a:rPr>
              <a:t>В размеченном тексте (экземпляре документа, </a:t>
            </a:r>
            <a:r>
              <a:rPr lang="ru-RU" sz="2400" i="1" dirty="0" err="1">
                <a:effectLst/>
              </a:rPr>
              <a:t>document</a:t>
            </a:r>
            <a:r>
              <a:rPr lang="ru-RU" sz="2400" i="1" dirty="0">
                <a:effectLst/>
              </a:rPr>
              <a:t> </a:t>
            </a:r>
            <a:r>
              <a:rPr lang="ru-RU" sz="2400" i="1" dirty="0" err="1">
                <a:effectLst/>
              </a:rPr>
              <a:t>instance</a:t>
            </a:r>
            <a:r>
              <a:rPr lang="ru-RU" sz="2400" i="1" dirty="0">
                <a:effectLst/>
              </a:rPr>
              <a:t>) каждый элемент должен быть явно размечен или отмечен некоторым образом.</a:t>
            </a:r>
            <a:r>
              <a:rPr lang="ru-RU" sz="2400" dirty="0"/>
              <a:t> </a:t>
            </a:r>
          </a:p>
          <a:p>
            <a:pPr eaLnBrk="1" hangingPunct="1">
              <a:lnSpc>
                <a:spcPct val="90000"/>
              </a:lnSpc>
              <a:defRPr/>
            </a:pPr>
            <a:r>
              <a:rPr lang="ru-RU" sz="2400" dirty="0"/>
              <a:t>Стандарт предоставляет несколько разных способов это сделать, наиболее часто используемый из них -- вставить метку (</a:t>
            </a:r>
            <a:r>
              <a:rPr lang="ru-RU" sz="2400" dirty="0" err="1"/>
              <a:t>tag</a:t>
            </a:r>
            <a:r>
              <a:rPr lang="ru-RU" sz="2400" dirty="0"/>
              <a:t>) в начале элемента (</a:t>
            </a:r>
            <a:r>
              <a:rPr lang="ru-RU" sz="2400" b="1" dirty="0">
                <a:solidFill>
                  <a:schemeClr val="folHlink"/>
                </a:solidFill>
              </a:rPr>
              <a:t>открывающая метка</a:t>
            </a:r>
            <a:r>
              <a:rPr lang="ru-RU" sz="2400" dirty="0"/>
              <a:t>, </a:t>
            </a:r>
            <a:r>
              <a:rPr lang="ru-RU" sz="2400" dirty="0" err="1"/>
              <a:t>start-tag</a:t>
            </a:r>
            <a:r>
              <a:rPr lang="ru-RU" sz="2400" dirty="0"/>
              <a:t>) и еще одну -- в конце элемента (</a:t>
            </a:r>
            <a:r>
              <a:rPr lang="ru-RU" sz="2400" b="1" dirty="0">
                <a:solidFill>
                  <a:schemeClr val="folHlink"/>
                </a:solidFill>
              </a:rPr>
              <a:t>закрывающая метка</a:t>
            </a:r>
            <a:r>
              <a:rPr lang="ru-RU" sz="2400" dirty="0"/>
              <a:t>, </a:t>
            </a:r>
            <a:r>
              <a:rPr lang="ru-RU" sz="2400" dirty="0" err="1"/>
              <a:t>end-tag</a:t>
            </a:r>
            <a:r>
              <a:rPr lang="ru-RU" sz="2400" dirty="0"/>
              <a:t>). Пара открывающей и закрывающей меток используется для выделения элементов в тексте, так же, как разные скобки или кавычки используются в обычной пунктуации.</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a:extLst>
              <a:ext uri="{FF2B5EF4-FFF2-40B4-BE49-F238E27FC236}">
                <a16:creationId xmlns:a16="http://schemas.microsoft.com/office/drawing/2014/main" id="{B46575F4-EC00-4CC0-AB74-45C916246F72}"/>
              </a:ext>
            </a:extLst>
          </p:cNvPr>
          <p:cNvSpPr>
            <a:spLocks noGrp="1" noChangeArrowheads="1"/>
          </p:cNvSpPr>
          <p:nvPr>
            <p:ph type="body" idx="1"/>
          </p:nvPr>
        </p:nvSpPr>
        <p:spPr>
          <a:xfrm>
            <a:off x="250825" y="115888"/>
            <a:ext cx="8785225" cy="6481762"/>
          </a:xfrm>
        </p:spPr>
        <p:txBody>
          <a:bodyPr/>
          <a:lstStyle/>
          <a:p>
            <a:pPr eaLnBrk="1" hangingPunct="1">
              <a:buFont typeface="Wingdings" panose="05000000000000000000" pitchFamily="2" charset="2"/>
              <a:buNone/>
              <a:defRPr/>
            </a:pPr>
            <a:r>
              <a:rPr lang="ru-RU" sz="2800"/>
              <a:t>Открывающая метка имеет вид &lt;название&gt;, где открывающая угловая скобка означает начало открывающей метки, "название" -- обобщенный идентификатор отмечаемого элемента, и закрывающая угловая скобка означает конец метки. </a:t>
            </a:r>
          </a:p>
          <a:p>
            <a:pPr eaLnBrk="1" hangingPunct="1">
              <a:buFont typeface="Wingdings" panose="05000000000000000000" pitchFamily="2" charset="2"/>
              <a:buNone/>
              <a:defRPr/>
            </a:pPr>
            <a:r>
              <a:rPr lang="ru-RU" sz="2800"/>
              <a:t>Закрывающая метка имеет аналогичный вид, за исключением того, что за открывающей угловой скобкой стоит символ косой черты, так что соответствующая закрывающая метка будет &lt;/название&gt;. </a:t>
            </a:r>
          </a:p>
          <a:p>
            <a:pPr eaLnBrk="1" hangingPunct="1">
              <a:buFont typeface="Wingdings" panose="05000000000000000000" pitchFamily="2" charset="2"/>
              <a:buNone/>
              <a:defRPr/>
            </a:pPr>
            <a:r>
              <a:rPr lang="ru-RU" sz="2800"/>
              <a:t>Символы, используемые в качестве ограничителей (угловые скобки, косая черта, восклицательный знак) могут переопределяться.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2AD71C13-9F0C-47DD-A0AC-26BD27B2738E}"/>
              </a:ext>
            </a:extLst>
          </p:cNvPr>
          <p:cNvSpPr>
            <a:spLocks noGrp="1" noChangeArrowheads="1"/>
          </p:cNvSpPr>
          <p:nvPr>
            <p:ph type="title"/>
          </p:nvPr>
        </p:nvSpPr>
        <p:spPr/>
        <p:txBody>
          <a:bodyPr/>
          <a:lstStyle/>
          <a:p>
            <a:pPr algn="ctr" eaLnBrk="1" hangingPunct="1"/>
            <a:r>
              <a:rPr lang="ru-RU" altLang="ru-RU" sz="3600" i="1">
                <a:effectLst/>
              </a:rPr>
              <a:t>Модели содержимого элемента</a:t>
            </a:r>
          </a:p>
        </p:txBody>
      </p:sp>
      <p:sp>
        <p:nvSpPr>
          <p:cNvPr id="67587" name="Rectangle 3">
            <a:extLst>
              <a:ext uri="{FF2B5EF4-FFF2-40B4-BE49-F238E27FC236}">
                <a16:creationId xmlns:a16="http://schemas.microsoft.com/office/drawing/2014/main" id="{A6FFCACE-615B-4100-914F-6D53E7512279}"/>
              </a:ext>
            </a:extLst>
          </p:cNvPr>
          <p:cNvSpPr>
            <a:spLocks noGrp="1" noChangeArrowheads="1"/>
          </p:cNvSpPr>
          <p:nvPr>
            <p:ph type="body" idx="1"/>
          </p:nvPr>
        </p:nvSpPr>
        <p:spPr>
          <a:xfrm>
            <a:off x="250825" y="1981200"/>
            <a:ext cx="8642350" cy="4687888"/>
          </a:xfrm>
        </p:spPr>
        <p:txBody>
          <a:bodyPr/>
          <a:lstStyle/>
          <a:p>
            <a:pPr eaLnBrk="1" hangingPunct="1">
              <a:buFont typeface="Wingdings" panose="05000000000000000000" pitchFamily="2" charset="2"/>
              <a:buNone/>
              <a:defRPr/>
            </a:pPr>
            <a:endParaRPr lang="ru-RU"/>
          </a:p>
          <a:p>
            <a:pPr eaLnBrk="1" hangingPunct="1">
              <a:buFont typeface="Wingdings" panose="05000000000000000000" pitchFamily="2" charset="2"/>
              <a:buNone/>
              <a:defRPr/>
            </a:pPr>
            <a:r>
              <a:rPr lang="ru-RU"/>
              <a:t>Элемент может быть пустым (empty), то есть, не содержать внутри вообще ничего; элемент может содержать просто текст. Чаще, однако, элементы одного типа будут целиком содержаться (embed) внутри элементов другого типа.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3">
            <a:extLst>
              <a:ext uri="{FF2B5EF4-FFF2-40B4-BE49-F238E27FC236}">
                <a16:creationId xmlns:a16="http://schemas.microsoft.com/office/drawing/2014/main" id="{0403CE7C-AF35-48B4-8B72-21D5D8562DF8}"/>
              </a:ext>
            </a:extLst>
          </p:cNvPr>
          <p:cNvSpPr>
            <a:spLocks noGrp="1" noChangeArrowheads="1"/>
          </p:cNvSpPr>
          <p:nvPr>
            <p:ph type="body" idx="1"/>
          </p:nvPr>
        </p:nvSpPr>
        <p:spPr>
          <a:xfrm>
            <a:off x="1066800" y="404813"/>
            <a:ext cx="7543800" cy="5691187"/>
          </a:xfrm>
        </p:spPr>
        <p:txBody>
          <a:bodyPr/>
          <a:lstStyle/>
          <a:p>
            <a:pPr eaLnBrk="1" hangingPunct="1">
              <a:lnSpc>
                <a:spcPct val="90000"/>
              </a:lnSpc>
              <a:buFont typeface="Wingdings" panose="05000000000000000000" pitchFamily="2" charset="2"/>
              <a:buNone/>
              <a:defRPr/>
            </a:pPr>
            <a:r>
              <a:rPr lang="ru-RU" sz="2800"/>
              <a:t>Для иллюстрации, рассмотрим очень простую структурную модель. </a:t>
            </a:r>
          </a:p>
          <a:p>
            <a:pPr eaLnBrk="1" hangingPunct="1">
              <a:lnSpc>
                <a:spcPct val="90000"/>
              </a:lnSpc>
              <a:buFont typeface="Wingdings" panose="05000000000000000000" pitchFamily="2" charset="2"/>
              <a:buNone/>
              <a:defRPr/>
            </a:pPr>
            <a:r>
              <a:rPr lang="ru-RU" sz="2800"/>
              <a:t>Предположим, что в антологии мы хотим идентифицировать только стихотворения, их заголовки, строфы и строки, из которых они состоят. </a:t>
            </a:r>
          </a:p>
          <a:p>
            <a:pPr eaLnBrk="1" hangingPunct="1">
              <a:lnSpc>
                <a:spcPct val="90000"/>
              </a:lnSpc>
              <a:buFont typeface="Wingdings" panose="05000000000000000000" pitchFamily="2" charset="2"/>
              <a:buNone/>
              <a:defRPr/>
            </a:pPr>
            <a:r>
              <a:rPr lang="ru-RU" sz="2800"/>
              <a:t>В терминах SGML тип нашего документа -- антология (anthology), и он состоит из последовательности стихотворений (poem). Каждое стихотворение содержит один элемент, заголовок (title), и несколько экземпляров другого, строфы (stanza), каждая строфа содержит несколько элементов строк (line).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95E34163-A73C-41CC-9ECA-E83AC20F4D7C}"/>
              </a:ext>
            </a:extLst>
          </p:cNvPr>
          <p:cNvSpPr>
            <a:spLocks noGrp="1" noChangeArrowheads="1"/>
          </p:cNvSpPr>
          <p:nvPr>
            <p:ph type="title"/>
          </p:nvPr>
        </p:nvSpPr>
        <p:spPr>
          <a:xfrm>
            <a:off x="1066800" y="304800"/>
            <a:ext cx="7543800" cy="1108075"/>
          </a:xfrm>
        </p:spPr>
        <p:txBody>
          <a:bodyPr/>
          <a:lstStyle/>
          <a:p>
            <a:pPr eaLnBrk="1" hangingPunct="1">
              <a:defRPr/>
            </a:pPr>
            <a:r>
              <a:rPr lang="ru-RU" sz="2400">
                <a:latin typeface="Times New Roman" pitchFamily="18" charset="0"/>
              </a:rPr>
              <a:t>Полностью размеченный, текст, отвечающий этой модели может выглядеть так:</a:t>
            </a:r>
            <a:br>
              <a:rPr lang="ru-RU" sz="2400">
                <a:latin typeface="Times New Roman" pitchFamily="18" charset="0"/>
              </a:rPr>
            </a:br>
            <a:endParaRPr lang="ru-RU" sz="2400">
              <a:latin typeface="Times New Roman" pitchFamily="18" charset="0"/>
            </a:endParaRPr>
          </a:p>
        </p:txBody>
      </p:sp>
      <p:sp>
        <p:nvSpPr>
          <p:cNvPr id="103427" name="Rectangle 3">
            <a:extLst>
              <a:ext uri="{FF2B5EF4-FFF2-40B4-BE49-F238E27FC236}">
                <a16:creationId xmlns:a16="http://schemas.microsoft.com/office/drawing/2014/main" id="{6FC1DD60-62BC-47BD-B97E-375C9559F745}"/>
              </a:ext>
            </a:extLst>
          </p:cNvPr>
          <p:cNvSpPr>
            <a:spLocks noGrp="1" noChangeArrowheads="1"/>
          </p:cNvSpPr>
          <p:nvPr>
            <p:ph type="body" idx="1"/>
          </p:nvPr>
        </p:nvSpPr>
        <p:spPr>
          <a:xfrm>
            <a:off x="250825" y="1981200"/>
            <a:ext cx="8642350" cy="4543425"/>
          </a:xfrm>
        </p:spPr>
        <p:txBody>
          <a:bodyPr/>
          <a:lstStyle/>
          <a:p>
            <a:pPr eaLnBrk="1" hangingPunct="1">
              <a:buFont typeface="Wingdings" panose="05000000000000000000" pitchFamily="2" charset="2"/>
              <a:buNone/>
              <a:defRPr/>
            </a:pPr>
            <a:r>
              <a:rPr lang="ru-RU"/>
              <a:t>    </a:t>
            </a:r>
            <a:r>
              <a:rPr lang="en-US">
                <a:effectLst/>
              </a:rPr>
              <a:t>&lt;anthology&gt; </a:t>
            </a:r>
          </a:p>
          <a:p>
            <a:pPr eaLnBrk="1" hangingPunct="1">
              <a:buFont typeface="Wingdings" panose="05000000000000000000" pitchFamily="2" charset="2"/>
              <a:buNone/>
              <a:defRPr/>
            </a:pPr>
            <a:r>
              <a:rPr lang="en-US">
                <a:effectLst/>
              </a:rPr>
              <a:t>     &lt;poem&gt;&lt;title&gt;The SICK ROSE&lt;/title&gt; </a:t>
            </a:r>
          </a:p>
          <a:p>
            <a:pPr eaLnBrk="1" hangingPunct="1">
              <a:buFont typeface="Wingdings" panose="05000000000000000000" pitchFamily="2" charset="2"/>
              <a:buNone/>
              <a:defRPr/>
            </a:pPr>
            <a:r>
              <a:rPr lang="en-US">
                <a:effectLst/>
              </a:rPr>
              <a:t>        &lt;stanza&gt;  </a:t>
            </a:r>
          </a:p>
          <a:p>
            <a:pPr eaLnBrk="1" hangingPunct="1">
              <a:buFont typeface="Wingdings" panose="05000000000000000000" pitchFamily="2" charset="2"/>
              <a:buNone/>
              <a:defRPr/>
            </a:pPr>
            <a:r>
              <a:rPr lang="en-US">
                <a:effectLst/>
              </a:rPr>
              <a:t>            &lt;line&gt;O Rose thou art sick.&lt;/line&gt;              &lt;line&gt;The invisible worm,&lt;/line&gt;              &lt;line&gt;That flies in the night&lt;/line&gt;            &lt;line&gt;In the howling storm:&lt;/line&gt;  </a:t>
            </a:r>
          </a:p>
          <a:p>
            <a:pPr eaLnBrk="1" hangingPunct="1">
              <a:buFont typeface="Wingdings" panose="05000000000000000000" pitchFamily="2" charset="2"/>
              <a:buNone/>
              <a:defRPr/>
            </a:pPr>
            <a:r>
              <a:rPr lang="en-US">
                <a:effectLst/>
              </a:rPr>
              <a:t>       &lt;/stanza&gt;</a:t>
            </a:r>
            <a:r>
              <a:rPr lang="ru-RU">
                <a:effectLst/>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3">
            <a:extLst>
              <a:ext uri="{FF2B5EF4-FFF2-40B4-BE49-F238E27FC236}">
                <a16:creationId xmlns:a16="http://schemas.microsoft.com/office/drawing/2014/main" id="{373C3104-944D-4253-90D1-A1D5930B88CA}"/>
              </a:ext>
            </a:extLst>
          </p:cNvPr>
          <p:cNvSpPr>
            <a:spLocks noGrp="1" noChangeArrowheads="1"/>
          </p:cNvSpPr>
          <p:nvPr>
            <p:ph type="body" idx="1"/>
          </p:nvPr>
        </p:nvSpPr>
        <p:spPr>
          <a:xfrm>
            <a:off x="323850" y="765175"/>
            <a:ext cx="8496300" cy="5759450"/>
          </a:xfrm>
        </p:spPr>
        <p:txBody>
          <a:bodyPr/>
          <a:lstStyle/>
          <a:p>
            <a:pPr eaLnBrk="1" hangingPunct="1">
              <a:defRPr/>
            </a:pPr>
            <a:r>
              <a:rPr lang="ru-RU" sz="2800"/>
              <a:t>В этом примере не делается никаких предположений о правилах, устанавливающих, например, может ли заголовок встречаться в других местах, кроме как предшествуя первой строфе, или допустимы ли строки, не являющиеся частью строфы: поэтому разметка выглядит такой многословной. </a:t>
            </a:r>
          </a:p>
          <a:p>
            <a:pPr eaLnBrk="1" hangingPunct="1">
              <a:defRPr/>
            </a:pPr>
            <a:r>
              <a:rPr lang="ru-RU" sz="2800" i="1" u="sng"/>
              <a:t>В подобных случаях начало и конец каждого элемента должны быть явно отмечены из-за отсутствия ясных правил о разрешенном появлении каждого элемента.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a:extLst>
              <a:ext uri="{FF2B5EF4-FFF2-40B4-BE49-F238E27FC236}">
                <a16:creationId xmlns:a16="http://schemas.microsoft.com/office/drawing/2014/main" id="{4D6C6096-F191-4D7A-95DD-D69F8DD530B4}"/>
              </a:ext>
            </a:extLst>
          </p:cNvPr>
          <p:cNvSpPr>
            <a:spLocks noGrp="1" noChangeArrowheads="1"/>
          </p:cNvSpPr>
          <p:nvPr>
            <p:ph type="body" idx="1"/>
          </p:nvPr>
        </p:nvSpPr>
        <p:spPr>
          <a:xfrm>
            <a:off x="1066800" y="333375"/>
            <a:ext cx="7543800" cy="6264275"/>
          </a:xfrm>
        </p:spPr>
        <p:txBody>
          <a:bodyPr/>
          <a:lstStyle/>
          <a:p>
            <a:pPr eaLnBrk="1" hangingPunct="1">
              <a:lnSpc>
                <a:spcPct val="80000"/>
              </a:lnSpc>
              <a:buFont typeface="Wingdings" panose="05000000000000000000" pitchFamily="2" charset="2"/>
              <a:buNone/>
            </a:pPr>
            <a:r>
              <a:rPr lang="ru-RU" altLang="ru-RU" sz="2400">
                <a:effectLst/>
              </a:rPr>
              <a:t>         Однако, на практике обычно формулируют такие правила, которые позволяют уменьшить число меток. Например, рассмотрев нашу упрощенную модель стихотворения, мы можем установить следующие правила: </a:t>
            </a:r>
            <a:endParaRPr lang="ru-RU" altLang="ru-RU" sz="2400" i="1">
              <a:effectLst/>
            </a:endParaRPr>
          </a:p>
          <a:p>
            <a:pPr eaLnBrk="1" hangingPunct="1">
              <a:lnSpc>
                <a:spcPct val="80000"/>
              </a:lnSpc>
            </a:pPr>
            <a:r>
              <a:rPr lang="ru-RU" altLang="ru-RU" sz="2400" i="1">
                <a:effectLst/>
              </a:rPr>
              <a:t>Антология состоит из нескольких стихотворений и ничего более. </a:t>
            </a:r>
          </a:p>
          <a:p>
            <a:pPr eaLnBrk="1" hangingPunct="1">
              <a:lnSpc>
                <a:spcPct val="80000"/>
              </a:lnSpc>
            </a:pPr>
            <a:r>
              <a:rPr lang="ru-RU" altLang="ru-RU" sz="2400" i="1">
                <a:effectLst/>
              </a:rPr>
              <a:t>Стихотворение всегда имеет единственный заголовок, который предшествует первой строфе и не содержит других элементов. </a:t>
            </a:r>
          </a:p>
          <a:p>
            <a:pPr eaLnBrk="1" hangingPunct="1">
              <a:lnSpc>
                <a:spcPct val="80000"/>
              </a:lnSpc>
            </a:pPr>
            <a:r>
              <a:rPr lang="ru-RU" altLang="ru-RU" sz="2400" i="1">
                <a:effectLst/>
              </a:rPr>
              <a:t>Кроме заголовка, стихотворение состоит только из строф. </a:t>
            </a:r>
          </a:p>
          <a:p>
            <a:pPr eaLnBrk="1" hangingPunct="1">
              <a:lnSpc>
                <a:spcPct val="80000"/>
              </a:lnSpc>
            </a:pPr>
            <a:r>
              <a:rPr lang="ru-RU" altLang="ru-RU" sz="2400" i="1">
                <a:effectLst/>
              </a:rPr>
              <a:t>Строфы состоят только из строк, и каждая строка содержится в строфе. </a:t>
            </a:r>
          </a:p>
          <a:p>
            <a:pPr eaLnBrk="1" hangingPunct="1">
              <a:lnSpc>
                <a:spcPct val="80000"/>
              </a:lnSpc>
            </a:pPr>
            <a:r>
              <a:rPr lang="ru-RU" altLang="ru-RU" sz="2400" i="1">
                <a:effectLst/>
              </a:rPr>
              <a:t>За строфой не может следовать ничего, кроме другой строфы или конца стихотворения. </a:t>
            </a:r>
            <a:endParaRPr lang="ru-RU" altLang="ru-RU" sz="2400">
              <a:effectLst/>
            </a:endParaRPr>
          </a:p>
          <a:p>
            <a:pPr eaLnBrk="1" hangingPunct="1">
              <a:lnSpc>
                <a:spcPct val="80000"/>
              </a:lnSpc>
            </a:pPr>
            <a:r>
              <a:rPr lang="ru-RU" altLang="ru-RU" sz="2400" i="1">
                <a:effectLst/>
              </a:rPr>
              <a:t>За строкой не может следовать ничего, кроме другой строки или начала новой строфы</a:t>
            </a:r>
            <a:r>
              <a:rPr lang="ru-RU" altLang="ru-RU" sz="2400">
                <a:effectLst/>
              </a:rPr>
              <a:t>. </a:t>
            </a:r>
          </a:p>
          <a:p>
            <a:pPr eaLnBrk="1" hangingPunct="1">
              <a:lnSpc>
                <a:spcPct val="80000"/>
              </a:lnSpc>
            </a:pPr>
            <a:endParaRPr lang="ru-RU" altLang="ru-RU" sz="2400">
              <a:effectLs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3">
            <a:extLst>
              <a:ext uri="{FF2B5EF4-FFF2-40B4-BE49-F238E27FC236}">
                <a16:creationId xmlns:a16="http://schemas.microsoft.com/office/drawing/2014/main" id="{2F0DF3C4-474B-416A-8C4F-5479C8AF1E28}"/>
              </a:ext>
            </a:extLst>
          </p:cNvPr>
          <p:cNvSpPr>
            <a:spLocks noGrp="1" noChangeArrowheads="1"/>
          </p:cNvSpPr>
          <p:nvPr>
            <p:ph type="body" idx="1"/>
          </p:nvPr>
        </p:nvSpPr>
        <p:spPr>
          <a:xfrm>
            <a:off x="179388" y="260350"/>
            <a:ext cx="8713787" cy="6337300"/>
          </a:xfrm>
        </p:spPr>
        <p:txBody>
          <a:bodyPr/>
          <a:lstStyle/>
          <a:p>
            <a:pPr eaLnBrk="1" hangingPunct="1">
              <a:lnSpc>
                <a:spcPct val="90000"/>
              </a:lnSpc>
              <a:defRPr/>
            </a:pPr>
            <a:r>
              <a:rPr lang="ru-RU"/>
              <a:t>Из этих правил можно вывести отсутствие необходимости явно отмечать концы строф или строк. Из правила 2 следует, что нам не нужно отмечать конец заголовка -- он подразумевается началом первой строфы. Аналогично, из правил 3 и 1 следует, что нам не нужно отмечать конец стихотворения: так как стихотворения не могут встречаться внутри стихотворений, а должны встречаться внутри антологий, то конец стихотворения подразумевается началом следующего или концом антологии.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3">
            <a:extLst>
              <a:ext uri="{FF2B5EF4-FFF2-40B4-BE49-F238E27FC236}">
                <a16:creationId xmlns:a16="http://schemas.microsoft.com/office/drawing/2014/main" id="{DB44F6B9-ACF2-431D-9854-A1392B53E59D}"/>
              </a:ext>
            </a:extLst>
          </p:cNvPr>
          <p:cNvSpPr>
            <a:spLocks noGrp="1" noChangeArrowheads="1"/>
          </p:cNvSpPr>
          <p:nvPr>
            <p:ph type="body" idx="1"/>
          </p:nvPr>
        </p:nvSpPr>
        <p:spPr>
          <a:xfrm>
            <a:off x="250825" y="115888"/>
            <a:ext cx="8642350" cy="6264275"/>
          </a:xfrm>
        </p:spPr>
        <p:txBody>
          <a:bodyPr/>
          <a:lstStyle/>
          <a:p>
            <a:pPr eaLnBrk="1" hangingPunct="1">
              <a:lnSpc>
                <a:spcPct val="80000"/>
              </a:lnSpc>
              <a:buFont typeface="Wingdings" panose="05000000000000000000" pitchFamily="2" charset="2"/>
              <a:buNone/>
              <a:defRPr/>
            </a:pPr>
            <a:r>
              <a:rPr lang="ru-RU" sz="2000"/>
              <a:t>С этими упрощениями то же стихотворение может быть размечено так: </a:t>
            </a:r>
          </a:p>
          <a:p>
            <a:pPr eaLnBrk="1" hangingPunct="1">
              <a:lnSpc>
                <a:spcPct val="80000"/>
              </a:lnSpc>
              <a:buFont typeface="Wingdings" panose="05000000000000000000" pitchFamily="2" charset="2"/>
              <a:buNone/>
              <a:defRPr/>
            </a:pPr>
            <a:r>
              <a:rPr lang="ru-RU" sz="2000"/>
              <a:t>    </a:t>
            </a:r>
            <a:r>
              <a:rPr lang="en-US" sz="2000"/>
              <a:t>&lt;anthology&gt;    </a:t>
            </a:r>
          </a:p>
          <a:p>
            <a:pPr eaLnBrk="1" hangingPunct="1">
              <a:lnSpc>
                <a:spcPct val="80000"/>
              </a:lnSpc>
              <a:buFont typeface="Wingdings" panose="05000000000000000000" pitchFamily="2" charset="2"/>
              <a:buNone/>
              <a:defRPr/>
            </a:pPr>
            <a:r>
              <a:rPr lang="en-US" sz="2000"/>
              <a:t>     &lt;poem&gt;&lt;title&gt;The SICK ROSE     </a:t>
            </a:r>
          </a:p>
          <a:p>
            <a:pPr eaLnBrk="1" hangingPunct="1">
              <a:lnSpc>
                <a:spcPct val="80000"/>
              </a:lnSpc>
              <a:buFont typeface="Wingdings" panose="05000000000000000000" pitchFamily="2" charset="2"/>
              <a:buNone/>
              <a:defRPr/>
            </a:pPr>
            <a:r>
              <a:rPr lang="en-US" sz="2000"/>
              <a:t>    &lt;stanza&gt;    </a:t>
            </a:r>
          </a:p>
          <a:p>
            <a:pPr eaLnBrk="1" hangingPunct="1">
              <a:lnSpc>
                <a:spcPct val="80000"/>
              </a:lnSpc>
              <a:buFont typeface="Wingdings" panose="05000000000000000000" pitchFamily="2" charset="2"/>
              <a:buNone/>
              <a:defRPr/>
            </a:pPr>
            <a:r>
              <a:rPr lang="en-US" sz="2000"/>
              <a:t>          &lt;line&gt;O Rose thou art sick.   </a:t>
            </a:r>
          </a:p>
          <a:p>
            <a:pPr eaLnBrk="1" hangingPunct="1">
              <a:lnSpc>
                <a:spcPct val="80000"/>
              </a:lnSpc>
              <a:buFont typeface="Wingdings" panose="05000000000000000000" pitchFamily="2" charset="2"/>
              <a:buNone/>
              <a:defRPr/>
            </a:pPr>
            <a:r>
              <a:rPr lang="en-US" sz="2000"/>
              <a:t>           &lt;line&gt;The invisible worm,   </a:t>
            </a:r>
          </a:p>
          <a:p>
            <a:pPr eaLnBrk="1" hangingPunct="1">
              <a:lnSpc>
                <a:spcPct val="80000"/>
              </a:lnSpc>
              <a:buFont typeface="Wingdings" panose="05000000000000000000" pitchFamily="2" charset="2"/>
              <a:buNone/>
              <a:defRPr/>
            </a:pPr>
            <a:r>
              <a:rPr lang="en-US" sz="2000"/>
              <a:t>           &lt;line&gt;That flies in the night   </a:t>
            </a:r>
          </a:p>
          <a:p>
            <a:pPr eaLnBrk="1" hangingPunct="1">
              <a:lnSpc>
                <a:spcPct val="80000"/>
              </a:lnSpc>
              <a:buFont typeface="Wingdings" panose="05000000000000000000" pitchFamily="2" charset="2"/>
              <a:buNone/>
              <a:defRPr/>
            </a:pPr>
            <a:r>
              <a:rPr lang="en-US" sz="2000"/>
              <a:t>           &lt;line&gt;In the howling storm:   </a:t>
            </a:r>
          </a:p>
          <a:p>
            <a:pPr eaLnBrk="1" hangingPunct="1">
              <a:lnSpc>
                <a:spcPct val="80000"/>
              </a:lnSpc>
              <a:buFont typeface="Wingdings" panose="05000000000000000000" pitchFamily="2" charset="2"/>
              <a:buNone/>
              <a:defRPr/>
            </a:pPr>
            <a:r>
              <a:rPr lang="en-US" sz="2000"/>
              <a:t>      &lt;stanza&gt;    </a:t>
            </a:r>
          </a:p>
          <a:p>
            <a:pPr eaLnBrk="1" hangingPunct="1">
              <a:lnSpc>
                <a:spcPct val="80000"/>
              </a:lnSpc>
              <a:buFont typeface="Wingdings" panose="05000000000000000000" pitchFamily="2" charset="2"/>
              <a:buNone/>
              <a:defRPr/>
            </a:pPr>
            <a:r>
              <a:rPr lang="en-US" sz="2000"/>
              <a:t>          &lt;line&gt;Has found out thy bed         </a:t>
            </a:r>
          </a:p>
          <a:p>
            <a:pPr eaLnBrk="1" hangingPunct="1">
              <a:lnSpc>
                <a:spcPct val="80000"/>
              </a:lnSpc>
              <a:buFont typeface="Wingdings" panose="05000000000000000000" pitchFamily="2" charset="2"/>
              <a:buNone/>
              <a:defRPr/>
            </a:pPr>
            <a:r>
              <a:rPr lang="en-US" sz="2000"/>
              <a:t>     </a:t>
            </a:r>
            <a:r>
              <a:rPr lang="ru-RU" sz="2000"/>
              <a:t>     </a:t>
            </a:r>
            <a:r>
              <a:rPr lang="en-US" sz="2000"/>
              <a:t>&lt;line&gt;Of crimson joy:   </a:t>
            </a:r>
          </a:p>
          <a:p>
            <a:pPr eaLnBrk="1" hangingPunct="1">
              <a:lnSpc>
                <a:spcPct val="80000"/>
              </a:lnSpc>
              <a:buFont typeface="Wingdings" panose="05000000000000000000" pitchFamily="2" charset="2"/>
              <a:buNone/>
              <a:defRPr/>
            </a:pPr>
            <a:r>
              <a:rPr lang="en-US" sz="2000"/>
              <a:t>           &lt;line&gt;And his dark secret love   </a:t>
            </a:r>
          </a:p>
          <a:p>
            <a:pPr eaLnBrk="1" hangingPunct="1">
              <a:lnSpc>
                <a:spcPct val="80000"/>
              </a:lnSpc>
              <a:buFont typeface="Wingdings" panose="05000000000000000000" pitchFamily="2" charset="2"/>
              <a:buNone/>
              <a:defRPr/>
            </a:pPr>
            <a:r>
              <a:rPr lang="en-US" sz="2000"/>
              <a:t>           &lt;line&gt;Does thy life destroy.   </a:t>
            </a:r>
          </a:p>
          <a:p>
            <a:pPr eaLnBrk="1" hangingPunct="1">
              <a:lnSpc>
                <a:spcPct val="80000"/>
              </a:lnSpc>
              <a:buFont typeface="Wingdings" panose="05000000000000000000" pitchFamily="2" charset="2"/>
              <a:buNone/>
              <a:defRPr/>
            </a:pPr>
            <a:r>
              <a:rPr lang="en-US" sz="2000"/>
              <a:t>      </a:t>
            </a:r>
            <a:r>
              <a:rPr lang="ru-RU" sz="2000"/>
              <a:t>&lt;/poem&gt;              </a:t>
            </a:r>
          </a:p>
          <a:p>
            <a:pPr eaLnBrk="1" hangingPunct="1">
              <a:lnSpc>
                <a:spcPct val="80000"/>
              </a:lnSpc>
              <a:buFont typeface="Wingdings" panose="05000000000000000000" pitchFamily="2" charset="2"/>
              <a:buNone/>
              <a:defRPr/>
            </a:pPr>
            <a:r>
              <a:rPr lang="ru-RU" sz="2000"/>
              <a:t>&lt;!-- тут идут другие стихотворения    --&gt;    </a:t>
            </a:r>
            <a:endParaRPr lang="en-US" sz="2000"/>
          </a:p>
          <a:p>
            <a:pPr eaLnBrk="1" hangingPunct="1">
              <a:lnSpc>
                <a:spcPct val="80000"/>
              </a:lnSpc>
              <a:buFont typeface="Wingdings" panose="05000000000000000000" pitchFamily="2" charset="2"/>
              <a:buNone/>
              <a:defRPr/>
            </a:pPr>
            <a:r>
              <a:rPr lang="ru-RU" sz="2000"/>
              <a:t> &lt;/anthology&gt; </a:t>
            </a:r>
          </a:p>
          <a:p>
            <a:pPr eaLnBrk="1" hangingPunct="1">
              <a:lnSpc>
                <a:spcPct val="80000"/>
              </a:lnSpc>
              <a:buFont typeface="Wingdings" panose="05000000000000000000" pitchFamily="2" charset="2"/>
              <a:buNone/>
              <a:defRPr/>
            </a:pPr>
            <a:endParaRPr lang="en-US" sz="2000"/>
          </a:p>
          <a:p>
            <a:pPr eaLnBrk="1" hangingPunct="1">
              <a:lnSpc>
                <a:spcPct val="80000"/>
              </a:lnSpc>
              <a:buFont typeface="Wingdings" panose="05000000000000000000" pitchFamily="2" charset="2"/>
              <a:buNone/>
              <a:defRPr/>
            </a:pPr>
            <a:r>
              <a:rPr lang="ru-RU" sz="2000" i="1">
                <a:effectLst/>
              </a:rPr>
              <a:t>Возможность использования правил, устанавливающих, какие элементы могут быть вложены в другие, является очень важным свойством SGML. </a:t>
            </a:r>
          </a:p>
          <a:p>
            <a:pPr eaLnBrk="1" hangingPunct="1">
              <a:lnSpc>
                <a:spcPct val="80000"/>
              </a:lnSpc>
              <a:buFont typeface="Wingdings" panose="05000000000000000000" pitchFamily="2" charset="2"/>
              <a:buNone/>
              <a:defRPr/>
            </a:pPr>
            <a:endParaRPr lang="ru-RU" sz="2000" i="1">
              <a:effectLs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F8C025C5-D56C-456D-8A2A-C0BA1CEFA501}"/>
              </a:ext>
            </a:extLst>
          </p:cNvPr>
          <p:cNvSpPr>
            <a:spLocks noGrp="1" noChangeArrowheads="1"/>
          </p:cNvSpPr>
          <p:nvPr>
            <p:ph type="title"/>
          </p:nvPr>
        </p:nvSpPr>
        <p:spPr/>
        <p:txBody>
          <a:bodyPr/>
          <a:lstStyle/>
          <a:p>
            <a:pPr algn="ctr" eaLnBrk="1" hangingPunct="1"/>
            <a:r>
              <a:rPr lang="ru-RU" altLang="ru-RU" sz="3200">
                <a:effectLst/>
              </a:rPr>
              <a:t>Определение структуры документов SGML: DTD</a:t>
            </a:r>
          </a:p>
        </p:txBody>
      </p:sp>
      <p:sp>
        <p:nvSpPr>
          <p:cNvPr id="84995" name="Rectangle 3">
            <a:extLst>
              <a:ext uri="{FF2B5EF4-FFF2-40B4-BE49-F238E27FC236}">
                <a16:creationId xmlns:a16="http://schemas.microsoft.com/office/drawing/2014/main" id="{C3EC30FA-192E-405E-8273-A869B4010AB8}"/>
              </a:ext>
            </a:extLst>
          </p:cNvPr>
          <p:cNvSpPr>
            <a:spLocks noGrp="1" noChangeArrowheads="1"/>
          </p:cNvSpPr>
          <p:nvPr>
            <p:ph type="body" idx="1"/>
          </p:nvPr>
        </p:nvSpPr>
        <p:spPr>
          <a:xfrm>
            <a:off x="250825" y="1981200"/>
            <a:ext cx="8785225" cy="4616450"/>
          </a:xfrm>
        </p:spPr>
        <p:txBody>
          <a:bodyPr/>
          <a:lstStyle/>
          <a:p>
            <a:pPr eaLnBrk="1" hangingPunct="1">
              <a:defRPr/>
            </a:pPr>
            <a:r>
              <a:rPr lang="ru-RU" sz="2800"/>
              <a:t>Правила наподобие вышеописанных -- первый шаг в создании </a:t>
            </a:r>
            <a:r>
              <a:rPr lang="ru-RU" sz="2800" u="sng"/>
              <a:t>формальной спецификации структуры SGML документа или </a:t>
            </a:r>
            <a:r>
              <a:rPr lang="ru-RU" sz="2800" u="sng">
                <a:solidFill>
                  <a:schemeClr val="folHlink"/>
                </a:solidFill>
              </a:rPr>
              <a:t>определения типа документа</a:t>
            </a:r>
            <a:r>
              <a:rPr lang="ru-RU" sz="2800" u="sng"/>
              <a:t>, обычно сокращаемого как </a:t>
            </a:r>
            <a:r>
              <a:rPr lang="ru-RU" sz="2800" u="sng">
                <a:solidFill>
                  <a:schemeClr val="folHlink"/>
                </a:solidFill>
              </a:rPr>
              <a:t>DTD</a:t>
            </a:r>
            <a:r>
              <a:rPr lang="ru-RU" sz="2800" u="sng"/>
              <a:t>.</a:t>
            </a:r>
            <a:r>
              <a:rPr lang="ru-RU" sz="2800"/>
              <a:t> </a:t>
            </a:r>
          </a:p>
          <a:p>
            <a:pPr eaLnBrk="1" hangingPunct="1">
              <a:defRPr/>
            </a:pPr>
            <a:r>
              <a:rPr lang="ru-RU" sz="2800"/>
              <a:t>При создании DTD дизайнер документа может задавать произвольно жесткую или сколь угодно гибкую структуру. Нужно найти компромисс между удобством следования простым правилам и сложностью поддержки реальных текстов.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3">
            <a:extLst>
              <a:ext uri="{FF2B5EF4-FFF2-40B4-BE49-F238E27FC236}">
                <a16:creationId xmlns:a16="http://schemas.microsoft.com/office/drawing/2014/main" id="{5BB399F1-6E13-4D6B-8200-1D6B4747E217}"/>
              </a:ext>
            </a:extLst>
          </p:cNvPr>
          <p:cNvSpPr>
            <a:spLocks noGrp="1" noChangeArrowheads="1"/>
          </p:cNvSpPr>
          <p:nvPr>
            <p:ph type="body" idx="1"/>
          </p:nvPr>
        </p:nvSpPr>
        <p:spPr>
          <a:xfrm>
            <a:off x="250825" y="333375"/>
            <a:ext cx="8785225" cy="6335713"/>
          </a:xfrm>
        </p:spPr>
        <p:txBody>
          <a:bodyPr/>
          <a:lstStyle/>
          <a:p>
            <a:pPr eaLnBrk="1" hangingPunct="1">
              <a:lnSpc>
                <a:spcPct val="90000"/>
              </a:lnSpc>
              <a:buFont typeface="Wingdings" panose="05000000000000000000" pitchFamily="2" charset="2"/>
              <a:buNone/>
              <a:defRPr/>
            </a:pPr>
            <a:r>
              <a:rPr lang="ru-RU" sz="3600">
                <a:effectLst/>
              </a:rPr>
              <a:t>     DTD в SGML выражается в виде набора описательных утверждений с использованием определенного в стандарте простого синтаксиса. </a:t>
            </a:r>
          </a:p>
          <a:p>
            <a:pPr eaLnBrk="1" hangingPunct="1">
              <a:lnSpc>
                <a:spcPct val="90000"/>
              </a:lnSpc>
              <a:buFont typeface="Wingdings" panose="05000000000000000000" pitchFamily="2" charset="2"/>
              <a:buNone/>
              <a:defRPr/>
            </a:pPr>
            <a:r>
              <a:rPr lang="ru-RU" sz="3600">
                <a:effectLst/>
              </a:rPr>
              <a:t>    Для нашей простой модели стихотворения подойдут следующие описания: </a:t>
            </a:r>
          </a:p>
          <a:p>
            <a:pPr eaLnBrk="1" hangingPunct="1">
              <a:lnSpc>
                <a:spcPct val="90000"/>
              </a:lnSpc>
              <a:buFont typeface="Wingdings" panose="05000000000000000000" pitchFamily="2" charset="2"/>
              <a:buNone/>
              <a:defRPr/>
            </a:pPr>
            <a:r>
              <a:rPr lang="ru-RU" sz="3600"/>
              <a:t>  </a:t>
            </a:r>
            <a:r>
              <a:rPr lang="ru-RU" sz="2400">
                <a:effectLst/>
                <a:latin typeface="Times New Roman" pitchFamily="18" charset="0"/>
              </a:rPr>
              <a:t> &lt;!ELEMENT anthology      - -  (poem+)&gt;</a:t>
            </a:r>
          </a:p>
          <a:p>
            <a:pPr eaLnBrk="1" hangingPunct="1">
              <a:lnSpc>
                <a:spcPct val="90000"/>
              </a:lnSpc>
              <a:buFont typeface="Wingdings" panose="05000000000000000000" pitchFamily="2" charset="2"/>
              <a:buNone/>
              <a:defRPr/>
            </a:pPr>
            <a:r>
              <a:rPr lang="ru-RU" sz="2400">
                <a:effectLst/>
                <a:latin typeface="Times New Roman" pitchFamily="18" charset="0"/>
              </a:rPr>
              <a:t>    &lt;!ELEMENT poem           - -  (title?, stanza+)&gt;</a:t>
            </a:r>
          </a:p>
          <a:p>
            <a:pPr eaLnBrk="1" hangingPunct="1">
              <a:lnSpc>
                <a:spcPct val="90000"/>
              </a:lnSpc>
              <a:buFont typeface="Wingdings" panose="05000000000000000000" pitchFamily="2" charset="2"/>
              <a:buNone/>
              <a:defRPr/>
            </a:pPr>
            <a:r>
              <a:rPr lang="ru-RU" sz="2400">
                <a:effectLst/>
                <a:latin typeface="Times New Roman" pitchFamily="18" charset="0"/>
              </a:rPr>
              <a:t>    &lt;!ELEMENT title          - O  (#PCDATA) &gt;</a:t>
            </a:r>
          </a:p>
          <a:p>
            <a:pPr eaLnBrk="1" hangingPunct="1">
              <a:lnSpc>
                <a:spcPct val="90000"/>
              </a:lnSpc>
              <a:buFont typeface="Wingdings" panose="05000000000000000000" pitchFamily="2" charset="2"/>
              <a:buNone/>
              <a:defRPr/>
            </a:pPr>
            <a:r>
              <a:rPr lang="ru-RU" sz="2400">
                <a:effectLst/>
                <a:latin typeface="Times New Roman" pitchFamily="18" charset="0"/>
              </a:rPr>
              <a:t>    &lt;!ELEMENT stanza         - O  (line+)   &gt;</a:t>
            </a:r>
          </a:p>
          <a:p>
            <a:pPr eaLnBrk="1" hangingPunct="1">
              <a:lnSpc>
                <a:spcPct val="90000"/>
              </a:lnSpc>
              <a:buFont typeface="Wingdings" panose="05000000000000000000" pitchFamily="2" charset="2"/>
              <a:buNone/>
              <a:defRPr/>
            </a:pPr>
            <a:r>
              <a:rPr lang="ru-RU" sz="2400">
                <a:effectLst/>
                <a:latin typeface="Times New Roman" pitchFamily="18" charset="0"/>
              </a:rPr>
              <a:t>    &lt;!ELEMENT line           O O  (#PCDATA) &gt;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3">
            <a:extLst>
              <a:ext uri="{FF2B5EF4-FFF2-40B4-BE49-F238E27FC236}">
                <a16:creationId xmlns:a16="http://schemas.microsoft.com/office/drawing/2014/main" id="{7F11496C-F545-48BB-BC7E-00D90808365A}"/>
              </a:ext>
            </a:extLst>
          </p:cNvPr>
          <p:cNvSpPr>
            <a:spLocks noGrp="1" noChangeArrowheads="1"/>
          </p:cNvSpPr>
          <p:nvPr>
            <p:ph type="body" idx="1"/>
          </p:nvPr>
        </p:nvSpPr>
        <p:spPr>
          <a:xfrm>
            <a:off x="179388" y="188913"/>
            <a:ext cx="8713787" cy="6408737"/>
          </a:xfrm>
        </p:spPr>
        <p:txBody>
          <a:bodyPr/>
          <a:lstStyle/>
          <a:p>
            <a:pPr marL="381000" indent="-381000" eaLnBrk="1" hangingPunct="1">
              <a:lnSpc>
                <a:spcPct val="80000"/>
              </a:lnSpc>
              <a:defRPr/>
            </a:pPr>
            <a:r>
              <a:rPr lang="ru-RU" sz="2000" dirty="0"/>
              <a:t>Эти пять строчек -- примеры формальных описаний элементов SGML. Описание, как и элемент, ограничено угловыми скобками; первым символом за открывающей скобкой должен быть восклицательный знак, за которым сразу следует одно из небольшого набора определенных в SGML ключевых слов, указывающее на тип описываемого объекта. </a:t>
            </a:r>
          </a:p>
          <a:p>
            <a:pPr marL="381000" indent="-381000" eaLnBrk="1" hangingPunct="1">
              <a:lnSpc>
                <a:spcPct val="80000"/>
              </a:lnSpc>
              <a:defRPr/>
            </a:pPr>
            <a:endParaRPr lang="ru-RU" sz="2000" dirty="0"/>
          </a:p>
          <a:p>
            <a:pPr marL="381000" indent="-381000" algn="ctr" eaLnBrk="1" hangingPunct="1">
              <a:lnSpc>
                <a:spcPct val="80000"/>
              </a:lnSpc>
              <a:buFont typeface="Wingdings" panose="05000000000000000000" pitchFamily="2" charset="2"/>
              <a:buNone/>
              <a:defRPr/>
            </a:pPr>
            <a:r>
              <a:rPr lang="ru-RU" sz="2400" dirty="0">
                <a:solidFill>
                  <a:srgbClr val="FFFF00"/>
                </a:solidFill>
                <a:effectLst/>
                <a:latin typeface="Times New Roman" pitchFamily="18" charset="0"/>
              </a:rPr>
              <a:t> &lt;!ELEMENT </a:t>
            </a:r>
            <a:r>
              <a:rPr lang="ru-RU" sz="2400" dirty="0" err="1">
                <a:solidFill>
                  <a:srgbClr val="FFFF00"/>
                </a:solidFill>
                <a:effectLst/>
                <a:latin typeface="Times New Roman" pitchFamily="18" charset="0"/>
              </a:rPr>
              <a:t>anthology</a:t>
            </a:r>
            <a:r>
              <a:rPr lang="ru-RU" sz="2400" dirty="0">
                <a:solidFill>
                  <a:srgbClr val="FFFF00"/>
                </a:solidFill>
                <a:effectLst/>
                <a:latin typeface="Times New Roman" pitchFamily="18" charset="0"/>
              </a:rPr>
              <a:t>      - -  (</a:t>
            </a:r>
            <a:r>
              <a:rPr lang="ru-RU" sz="2400" dirty="0" err="1">
                <a:solidFill>
                  <a:srgbClr val="FFFF00"/>
                </a:solidFill>
                <a:effectLst/>
                <a:latin typeface="Times New Roman" pitchFamily="18" charset="0"/>
              </a:rPr>
              <a:t>poem</a:t>
            </a:r>
            <a:r>
              <a:rPr lang="ru-RU" sz="2400" dirty="0">
                <a:solidFill>
                  <a:srgbClr val="FFFF00"/>
                </a:solidFill>
                <a:effectLst/>
                <a:latin typeface="Times New Roman" pitchFamily="18" charset="0"/>
              </a:rPr>
              <a:t>+)&gt;</a:t>
            </a:r>
          </a:p>
          <a:p>
            <a:pPr marL="381000" indent="-381000" eaLnBrk="1" hangingPunct="1">
              <a:lnSpc>
                <a:spcPct val="80000"/>
              </a:lnSpc>
              <a:defRPr/>
            </a:pPr>
            <a:endParaRPr lang="ru-RU" sz="2000" dirty="0">
              <a:solidFill>
                <a:schemeClr val="folHlink"/>
              </a:solidFill>
            </a:endParaRPr>
          </a:p>
          <a:p>
            <a:pPr marL="381000" indent="-381000" eaLnBrk="1" hangingPunct="1">
              <a:lnSpc>
                <a:spcPct val="80000"/>
              </a:lnSpc>
              <a:defRPr/>
            </a:pPr>
            <a:r>
              <a:rPr lang="ru-RU" sz="2000" dirty="0"/>
              <a:t>Все пять этих описаний -- одинакового типа: каждое начинается с ключевого слова ELEMENT, показывающего, что описывается элемент, в определенном выше техническом смысле. </a:t>
            </a:r>
            <a:r>
              <a:rPr lang="ru-RU" sz="2000" b="1" u="sng" dirty="0"/>
              <a:t>Каждое состоит из трех частей</a:t>
            </a:r>
            <a:r>
              <a:rPr lang="ru-RU" sz="2000" dirty="0"/>
              <a:t>: </a:t>
            </a:r>
          </a:p>
          <a:p>
            <a:pPr marL="381000" indent="-381000" eaLnBrk="1" hangingPunct="1">
              <a:lnSpc>
                <a:spcPct val="80000"/>
              </a:lnSpc>
              <a:defRPr/>
            </a:pPr>
            <a:endParaRPr lang="ru-RU" sz="2000" dirty="0"/>
          </a:p>
          <a:p>
            <a:pPr marL="381000" indent="-381000" eaLnBrk="1" hangingPunct="1">
              <a:lnSpc>
                <a:spcPct val="80000"/>
              </a:lnSpc>
              <a:buFont typeface="Wingdings" panose="05000000000000000000" pitchFamily="2" charset="2"/>
              <a:buAutoNum type="arabicPeriod"/>
              <a:defRPr/>
            </a:pPr>
            <a:r>
              <a:rPr lang="ru-RU" sz="2000" u="sng" dirty="0">
                <a:effectLst/>
              </a:rPr>
              <a:t>название или группа названий</a:t>
            </a:r>
            <a:r>
              <a:rPr lang="ru-RU" sz="2000" dirty="0">
                <a:effectLst/>
              </a:rPr>
              <a:t>, </a:t>
            </a:r>
          </a:p>
          <a:p>
            <a:pPr marL="381000" indent="-381000" eaLnBrk="1" hangingPunct="1">
              <a:lnSpc>
                <a:spcPct val="80000"/>
              </a:lnSpc>
              <a:buFont typeface="Wingdings" panose="05000000000000000000" pitchFamily="2" charset="2"/>
              <a:buAutoNum type="arabicPeriod"/>
              <a:defRPr/>
            </a:pPr>
            <a:r>
              <a:rPr lang="ru-RU" sz="2000" dirty="0">
                <a:effectLst/>
              </a:rPr>
              <a:t>два символа, задающих </a:t>
            </a:r>
            <a:r>
              <a:rPr lang="ru-RU" sz="2000" u="sng" dirty="0">
                <a:effectLst/>
              </a:rPr>
              <a:t>правила минимизации</a:t>
            </a:r>
            <a:r>
              <a:rPr lang="ru-RU" sz="2000" dirty="0">
                <a:effectLst/>
              </a:rPr>
              <a:t> (</a:t>
            </a:r>
            <a:r>
              <a:rPr lang="ru-RU" sz="2000" dirty="0" err="1">
                <a:effectLst/>
              </a:rPr>
              <a:t>minimization</a:t>
            </a:r>
            <a:r>
              <a:rPr lang="ru-RU" sz="2000" dirty="0">
                <a:effectLst/>
              </a:rPr>
              <a:t> </a:t>
            </a:r>
            <a:r>
              <a:rPr lang="ru-RU" sz="2000" dirty="0" err="1">
                <a:effectLst/>
              </a:rPr>
              <a:t>rules</a:t>
            </a:r>
            <a:r>
              <a:rPr lang="ru-RU" sz="2000" dirty="0">
                <a:effectLst/>
              </a:rPr>
              <a:t>) </a:t>
            </a:r>
          </a:p>
          <a:p>
            <a:pPr marL="381000" indent="-381000" eaLnBrk="1" hangingPunct="1">
              <a:lnSpc>
                <a:spcPct val="80000"/>
              </a:lnSpc>
              <a:buFont typeface="Wingdings" panose="05000000000000000000" pitchFamily="2" charset="2"/>
              <a:buAutoNum type="arabicPeriod"/>
              <a:defRPr/>
            </a:pPr>
            <a:r>
              <a:rPr lang="ru-RU" sz="2000" u="sng" dirty="0">
                <a:effectLst/>
              </a:rPr>
              <a:t>модель содержимого</a:t>
            </a:r>
            <a:r>
              <a:rPr lang="ru-RU" sz="2000" dirty="0">
                <a:effectLst/>
              </a:rPr>
              <a:t> (</a:t>
            </a:r>
            <a:r>
              <a:rPr lang="ru-RU" sz="2000" dirty="0" err="1">
                <a:effectLst/>
              </a:rPr>
              <a:t>content</a:t>
            </a:r>
            <a:r>
              <a:rPr lang="ru-RU" sz="2000" dirty="0">
                <a:effectLst/>
              </a:rPr>
              <a:t> </a:t>
            </a:r>
            <a:r>
              <a:rPr lang="ru-RU" sz="2000" dirty="0" err="1">
                <a:effectLst/>
              </a:rPr>
              <a:t>model</a:t>
            </a:r>
            <a:r>
              <a:rPr lang="ru-RU" sz="2000" dirty="0">
                <a:effectLst/>
              </a:rPr>
              <a:t>).</a:t>
            </a:r>
            <a:r>
              <a:rPr lang="ru-RU" sz="2000" dirty="0"/>
              <a:t> </a:t>
            </a:r>
          </a:p>
          <a:p>
            <a:pPr marL="381000" indent="-381000" eaLnBrk="1" hangingPunct="1">
              <a:lnSpc>
                <a:spcPct val="80000"/>
              </a:lnSpc>
              <a:defRPr/>
            </a:pPr>
            <a:endParaRPr lang="ru-RU" sz="2000" dirty="0"/>
          </a:p>
          <a:p>
            <a:pPr marL="381000" indent="-381000" eaLnBrk="1" hangingPunct="1">
              <a:lnSpc>
                <a:spcPct val="80000"/>
              </a:lnSpc>
              <a:buFont typeface="Wingdings" panose="05000000000000000000" pitchFamily="2" charset="2"/>
              <a:buNone/>
              <a:defRPr/>
            </a:pPr>
            <a:r>
              <a:rPr lang="ru-RU" sz="2000" dirty="0"/>
              <a:t>     Компоненты описания разделяются "пустым местом", то есть, одним или более пробелом, табуляцией или переводом строки.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a:extLst>
              <a:ext uri="{FF2B5EF4-FFF2-40B4-BE49-F238E27FC236}">
                <a16:creationId xmlns:a16="http://schemas.microsoft.com/office/drawing/2014/main" id="{9A5DAE4A-D5F7-4B4F-9CE1-61F7719F6028}"/>
              </a:ext>
            </a:extLst>
          </p:cNvPr>
          <p:cNvSpPr>
            <a:spLocks noGrp="1" noChangeArrowheads="1"/>
          </p:cNvSpPr>
          <p:nvPr>
            <p:ph type="body" idx="1"/>
          </p:nvPr>
        </p:nvSpPr>
        <p:spPr>
          <a:xfrm>
            <a:off x="323850" y="476250"/>
            <a:ext cx="8640763" cy="6119813"/>
          </a:xfrm>
        </p:spPr>
        <p:txBody>
          <a:bodyPr/>
          <a:lstStyle/>
          <a:p>
            <a:pPr eaLnBrk="1" hangingPunct="1">
              <a:lnSpc>
                <a:spcPct val="80000"/>
              </a:lnSpc>
              <a:defRPr/>
            </a:pPr>
            <a:endParaRPr lang="ru-RU" sz="2000" dirty="0"/>
          </a:p>
          <a:p>
            <a:pPr algn="ctr" eaLnBrk="1" hangingPunct="1">
              <a:lnSpc>
                <a:spcPct val="80000"/>
              </a:lnSpc>
              <a:buFont typeface="Wingdings" panose="05000000000000000000" pitchFamily="2" charset="2"/>
              <a:buNone/>
              <a:defRPr/>
            </a:pPr>
            <a:r>
              <a:rPr lang="ru-RU" sz="2800" dirty="0">
                <a:solidFill>
                  <a:srgbClr val="FFFF00"/>
                </a:solidFill>
                <a:effectLst/>
                <a:latin typeface="Times New Roman" pitchFamily="18" charset="0"/>
              </a:rPr>
              <a:t>&lt;!ELEMENT   </a:t>
            </a:r>
            <a:r>
              <a:rPr lang="ru-RU" sz="2800" dirty="0" err="1">
                <a:solidFill>
                  <a:srgbClr val="FFFF00"/>
                </a:solidFill>
                <a:effectLst/>
                <a:latin typeface="Times New Roman" pitchFamily="18" charset="0"/>
              </a:rPr>
              <a:t>poem</a:t>
            </a:r>
            <a:r>
              <a:rPr lang="ru-RU" sz="2800" dirty="0">
                <a:solidFill>
                  <a:srgbClr val="FFFF00"/>
                </a:solidFill>
                <a:effectLst/>
                <a:latin typeface="Times New Roman" pitchFamily="18" charset="0"/>
              </a:rPr>
              <a:t>     - -  (</a:t>
            </a:r>
            <a:r>
              <a:rPr lang="ru-RU" sz="2800" dirty="0" err="1">
                <a:solidFill>
                  <a:srgbClr val="FFFF00"/>
                </a:solidFill>
                <a:effectLst/>
                <a:latin typeface="Times New Roman" pitchFamily="18" charset="0"/>
              </a:rPr>
              <a:t>title</a:t>
            </a:r>
            <a:r>
              <a:rPr lang="ru-RU" sz="2800" dirty="0">
                <a:solidFill>
                  <a:srgbClr val="FFFF00"/>
                </a:solidFill>
                <a:effectLst/>
                <a:latin typeface="Times New Roman" pitchFamily="18" charset="0"/>
              </a:rPr>
              <a:t>?, </a:t>
            </a:r>
            <a:r>
              <a:rPr lang="ru-RU" sz="2800" dirty="0" err="1">
                <a:solidFill>
                  <a:srgbClr val="FFFF00"/>
                </a:solidFill>
                <a:effectLst/>
                <a:latin typeface="Times New Roman" pitchFamily="18" charset="0"/>
              </a:rPr>
              <a:t>stanza</a:t>
            </a:r>
            <a:r>
              <a:rPr lang="ru-RU" sz="2800" dirty="0">
                <a:solidFill>
                  <a:srgbClr val="FFFF00"/>
                </a:solidFill>
                <a:effectLst/>
                <a:latin typeface="Times New Roman" pitchFamily="18" charset="0"/>
              </a:rPr>
              <a:t>+)&gt;</a:t>
            </a:r>
          </a:p>
          <a:p>
            <a:pPr eaLnBrk="1" hangingPunct="1">
              <a:lnSpc>
                <a:spcPct val="80000"/>
              </a:lnSpc>
              <a:defRPr/>
            </a:pPr>
            <a:endParaRPr lang="ru-RU" sz="2800" dirty="0">
              <a:solidFill>
                <a:schemeClr val="folHlink"/>
              </a:solidFill>
            </a:endParaRPr>
          </a:p>
          <a:p>
            <a:pPr eaLnBrk="1" hangingPunct="1">
              <a:lnSpc>
                <a:spcPct val="80000"/>
              </a:lnSpc>
              <a:defRPr/>
            </a:pPr>
            <a:r>
              <a:rPr lang="ru-RU" sz="2000" dirty="0"/>
              <a:t>Первая часть каждого из описаний дает </a:t>
            </a:r>
            <a:r>
              <a:rPr lang="ru-RU" sz="2000" b="1" i="1" dirty="0">
                <a:solidFill>
                  <a:schemeClr val="folHlink"/>
                </a:solidFill>
              </a:rPr>
              <a:t>обобщенный идентификатор</a:t>
            </a:r>
            <a:r>
              <a:rPr lang="ru-RU" sz="2000" dirty="0"/>
              <a:t> описываемого элемента, например, </a:t>
            </a:r>
            <a:r>
              <a:rPr lang="ru-RU" sz="2000" i="1" dirty="0" err="1"/>
              <a:t>poem</a:t>
            </a:r>
            <a:r>
              <a:rPr lang="ru-RU" sz="2000" dirty="0"/>
              <a:t>, </a:t>
            </a:r>
            <a:r>
              <a:rPr lang="ru-RU" sz="2000" i="1" dirty="0" err="1"/>
              <a:t>title</a:t>
            </a:r>
            <a:r>
              <a:rPr lang="ru-RU" sz="2000" dirty="0"/>
              <a:t>, и т.д. Как будет показано ниже, в одном утверждении можно описывать несколько элементов. </a:t>
            </a:r>
          </a:p>
          <a:p>
            <a:pPr eaLnBrk="1" hangingPunct="1">
              <a:lnSpc>
                <a:spcPct val="80000"/>
              </a:lnSpc>
              <a:defRPr/>
            </a:pPr>
            <a:r>
              <a:rPr lang="ru-RU" sz="2000" dirty="0"/>
              <a:t>Вторая часть описания задает </a:t>
            </a:r>
            <a:r>
              <a:rPr lang="ru-RU" sz="2000" b="1" i="1" dirty="0">
                <a:solidFill>
                  <a:schemeClr val="folHlink"/>
                </a:solidFill>
              </a:rPr>
              <a:t>правила минимизации</a:t>
            </a:r>
            <a:r>
              <a:rPr lang="ru-RU" sz="2000" dirty="0"/>
              <a:t> для элемента. Эти правила определяют, обязаны ли присутствовать открывающая и закрывающая метки для каждого появления данного элемента. Они имеют вид пары символов, разделенных пробелом, первый из которых относится к открывающей, а второй -- к закрывающей метке. В обоих случаях должны присутствовать или минус или буква O; минус означает, что метка должна присутствовать, а буква O -- что она может быть опущена. Так, в нашем примере каждый элемент, кроме &lt;</a:t>
            </a:r>
            <a:r>
              <a:rPr lang="ru-RU" sz="2000" dirty="0" err="1"/>
              <a:t>line</a:t>
            </a:r>
            <a:r>
              <a:rPr lang="ru-RU" sz="2000" dirty="0"/>
              <a:t>&gt;, должен иметь открывающую метку. Только элементы &lt;</a:t>
            </a:r>
            <a:r>
              <a:rPr lang="ru-RU" sz="2000" dirty="0" err="1"/>
              <a:t>poem</a:t>
            </a:r>
            <a:r>
              <a:rPr lang="ru-RU" sz="2000" dirty="0"/>
              <a:t>&gt; и &lt;</a:t>
            </a:r>
            <a:r>
              <a:rPr lang="ru-RU" sz="2000" dirty="0" err="1"/>
              <a:t>anthology</a:t>
            </a:r>
            <a:r>
              <a:rPr lang="ru-RU" sz="2000" dirty="0"/>
              <a:t>&gt; обязаны также иметь и закрывающую метку. </a:t>
            </a:r>
          </a:p>
          <a:p>
            <a:pPr eaLnBrk="1" hangingPunct="1">
              <a:lnSpc>
                <a:spcPct val="80000"/>
              </a:lnSpc>
              <a:defRPr/>
            </a:pPr>
            <a:r>
              <a:rPr lang="ru-RU" sz="2000" dirty="0"/>
              <a:t>Третья часть каждого описания, заключенная в круглые скобки, называется </a:t>
            </a:r>
            <a:r>
              <a:rPr lang="ru-RU" sz="2000" b="1" i="1" dirty="0">
                <a:solidFill>
                  <a:schemeClr val="folHlink"/>
                </a:solidFill>
              </a:rPr>
              <a:t>моделью содержимого</a:t>
            </a:r>
            <a:r>
              <a:rPr lang="ru-RU" sz="2000" dirty="0"/>
              <a:t> элемента, потому что она указывает, что могут содержать экземпляры элемента.</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a:extLst>
              <a:ext uri="{FF2B5EF4-FFF2-40B4-BE49-F238E27FC236}">
                <a16:creationId xmlns:a16="http://schemas.microsoft.com/office/drawing/2014/main" id="{E80DE7D5-D6DC-4AF5-91F9-B262B909D285}"/>
              </a:ext>
            </a:extLst>
          </p:cNvPr>
          <p:cNvSpPr>
            <a:spLocks noGrp="1" noChangeArrowheads="1"/>
          </p:cNvSpPr>
          <p:nvPr>
            <p:ph type="body" idx="1"/>
          </p:nvPr>
        </p:nvSpPr>
        <p:spPr>
          <a:xfrm>
            <a:off x="250825" y="260350"/>
            <a:ext cx="8713788" cy="6408738"/>
          </a:xfrm>
        </p:spPr>
        <p:txBody>
          <a:bodyPr/>
          <a:lstStyle/>
          <a:p>
            <a:pPr eaLnBrk="1" hangingPunct="1">
              <a:lnSpc>
                <a:spcPct val="80000"/>
              </a:lnSpc>
              <a:defRPr/>
            </a:pPr>
            <a:r>
              <a:rPr lang="ru-RU" sz="2400"/>
              <a:t> </a:t>
            </a:r>
            <a:r>
              <a:rPr lang="ru-RU" sz="2400" u="sng"/>
              <a:t>Содержимое указывается либо в терминах других элементов, либо при помощи специальных зарезервированных слов.</a:t>
            </a:r>
            <a:endParaRPr lang="ru-RU" sz="2400"/>
          </a:p>
          <a:p>
            <a:pPr eaLnBrk="1" hangingPunct="1">
              <a:lnSpc>
                <a:spcPct val="80000"/>
              </a:lnSpc>
              <a:defRPr/>
            </a:pPr>
            <a:r>
              <a:rPr lang="ru-RU" sz="2400"/>
              <a:t> Есть несколько таких зарезервированных слов, из которых самое часто используемое -- #PCDATA. Это сокращение от parsed character data (разобранные символьные данные), и оно означает, что описываемый элемент может включать любые разрешенные символьные данные. </a:t>
            </a:r>
          </a:p>
          <a:p>
            <a:pPr eaLnBrk="1" hangingPunct="1">
              <a:lnSpc>
                <a:spcPct val="80000"/>
              </a:lnSpc>
              <a:defRPr/>
            </a:pPr>
            <a:r>
              <a:rPr lang="ru-RU" sz="2400"/>
              <a:t>Если представить себе SGML описание в виде структуры наподобие генеалогического дерева, с одним предком наверху (в нашем случае, это будет &lt;anthology&gt;), то почти всегда, если следовать по ветвям дерева вниз (например, от &lt;anthology&gt; к &lt;poem&gt;, &lt;stanza&gt;, &lt;line&gt; или &lt;title&gt;), мы придем к #PCDATA. В нашем примере так определены &lt;title&gt; и &lt;line&gt;. </a:t>
            </a:r>
          </a:p>
          <a:p>
            <a:pPr eaLnBrk="1" hangingPunct="1">
              <a:lnSpc>
                <a:spcPct val="80000"/>
              </a:lnSpc>
              <a:defRPr/>
            </a:pPr>
            <a:r>
              <a:rPr lang="ru-RU" sz="2400"/>
              <a:t>Так как в их модели содержимого указано только #PCDATA и не названо никаких включаемых элементов, то они не могут содержать другие элементы.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BB7F53D7-4626-4EB6-B68F-3C2A89E205F5}"/>
              </a:ext>
            </a:extLst>
          </p:cNvPr>
          <p:cNvSpPr>
            <a:spLocks noGrp="1" noChangeArrowheads="1"/>
          </p:cNvSpPr>
          <p:nvPr>
            <p:ph type="title"/>
          </p:nvPr>
        </p:nvSpPr>
        <p:spPr>
          <a:xfrm>
            <a:off x="1066800" y="304800"/>
            <a:ext cx="7543800" cy="963613"/>
          </a:xfrm>
        </p:spPr>
        <p:txBody>
          <a:bodyPr/>
          <a:lstStyle/>
          <a:p>
            <a:pPr algn="ctr" eaLnBrk="1" hangingPunct="1"/>
            <a:r>
              <a:rPr lang="ru-RU" altLang="ru-RU" sz="3200" i="1">
                <a:effectLst/>
              </a:rPr>
              <a:t>Обозначения включения</a:t>
            </a:r>
          </a:p>
        </p:txBody>
      </p:sp>
      <p:sp>
        <p:nvSpPr>
          <p:cNvPr id="80899" name="Rectangle 3">
            <a:extLst>
              <a:ext uri="{FF2B5EF4-FFF2-40B4-BE49-F238E27FC236}">
                <a16:creationId xmlns:a16="http://schemas.microsoft.com/office/drawing/2014/main" id="{E1ACDBC3-15F0-4CD4-9A51-E2EA7BBDD362}"/>
              </a:ext>
            </a:extLst>
          </p:cNvPr>
          <p:cNvSpPr>
            <a:spLocks noGrp="1" noChangeArrowheads="1"/>
          </p:cNvSpPr>
          <p:nvPr>
            <p:ph type="body" idx="1"/>
          </p:nvPr>
        </p:nvSpPr>
        <p:spPr>
          <a:xfrm>
            <a:off x="250825" y="1268413"/>
            <a:ext cx="8785225" cy="5329237"/>
          </a:xfrm>
        </p:spPr>
        <p:txBody>
          <a:bodyPr/>
          <a:lstStyle/>
          <a:p>
            <a:pPr eaLnBrk="1" hangingPunct="1">
              <a:lnSpc>
                <a:spcPct val="80000"/>
              </a:lnSpc>
              <a:defRPr/>
            </a:pPr>
            <a:r>
              <a:rPr lang="ru-RU" sz="2000" dirty="0"/>
              <a:t>Вышеприведенное описание для &lt;</a:t>
            </a:r>
            <a:r>
              <a:rPr lang="ru-RU" sz="2000" dirty="0" err="1"/>
              <a:t>stanza</a:t>
            </a:r>
            <a:r>
              <a:rPr lang="ru-RU" sz="2000" dirty="0"/>
              <a:t>&gt; устанавливает, что строфа состоит из одной или более строк. Оно использует </a:t>
            </a:r>
            <a:r>
              <a:rPr lang="ru-RU" sz="2000" dirty="0">
                <a:solidFill>
                  <a:schemeClr val="folHlink"/>
                </a:solidFill>
              </a:rPr>
              <a:t>обозначение включения</a:t>
            </a:r>
            <a:r>
              <a:rPr lang="ru-RU" sz="2000" dirty="0"/>
              <a:t> (</a:t>
            </a:r>
            <a:r>
              <a:rPr lang="ru-RU" sz="2000" dirty="0" err="1"/>
              <a:t>occurence</a:t>
            </a:r>
            <a:r>
              <a:rPr lang="ru-RU" sz="2000" dirty="0"/>
              <a:t> </a:t>
            </a:r>
            <a:r>
              <a:rPr lang="ru-RU" sz="2000" dirty="0" err="1"/>
              <a:t>indicator</a:t>
            </a:r>
            <a:r>
              <a:rPr lang="ru-RU" sz="2000" dirty="0"/>
              <a:t>) -- знак плюс -- для указания того, </a:t>
            </a:r>
            <a:r>
              <a:rPr lang="ru-RU" sz="2000" u="sng" dirty="0"/>
              <a:t>сколько раз может встречаться элемент, поименованный в модели содержимого</a:t>
            </a:r>
            <a:r>
              <a:rPr lang="ru-RU" sz="2000" dirty="0"/>
              <a:t>. </a:t>
            </a:r>
          </a:p>
          <a:p>
            <a:pPr eaLnBrk="1" hangingPunct="1">
              <a:lnSpc>
                <a:spcPct val="80000"/>
              </a:lnSpc>
              <a:buFont typeface="Wingdings" panose="05000000000000000000" pitchFamily="2" charset="2"/>
              <a:buNone/>
              <a:defRPr/>
            </a:pPr>
            <a:r>
              <a:rPr lang="ru-RU" sz="1600" dirty="0">
                <a:effectLst/>
                <a:latin typeface="Times New Roman" pitchFamily="18" charset="0"/>
              </a:rPr>
              <a:t> </a:t>
            </a:r>
          </a:p>
          <a:p>
            <a:pPr algn="ctr" eaLnBrk="1" hangingPunct="1">
              <a:lnSpc>
                <a:spcPct val="80000"/>
              </a:lnSpc>
              <a:buFont typeface="Wingdings" panose="05000000000000000000" pitchFamily="2" charset="2"/>
              <a:buNone/>
              <a:defRPr/>
            </a:pPr>
            <a:r>
              <a:rPr lang="ru-RU" sz="2400" dirty="0">
                <a:solidFill>
                  <a:srgbClr val="FFFF00"/>
                </a:solidFill>
                <a:effectLst/>
                <a:latin typeface="Times New Roman" pitchFamily="18" charset="0"/>
              </a:rPr>
              <a:t>&lt;!ELEMENT     </a:t>
            </a:r>
            <a:r>
              <a:rPr lang="ru-RU" sz="2400" dirty="0" err="1">
                <a:solidFill>
                  <a:srgbClr val="FFFF00"/>
                </a:solidFill>
                <a:effectLst/>
                <a:latin typeface="Times New Roman" pitchFamily="18" charset="0"/>
              </a:rPr>
              <a:t>stanza</a:t>
            </a:r>
            <a:r>
              <a:rPr lang="ru-RU" sz="2400" dirty="0">
                <a:solidFill>
                  <a:srgbClr val="FFFF00"/>
                </a:solidFill>
                <a:effectLst/>
                <a:latin typeface="Times New Roman" pitchFamily="18" charset="0"/>
              </a:rPr>
              <a:t>         - O     (</a:t>
            </a:r>
            <a:r>
              <a:rPr lang="ru-RU" sz="2400" dirty="0" err="1">
                <a:solidFill>
                  <a:srgbClr val="FFFF00"/>
                </a:solidFill>
                <a:effectLst/>
                <a:latin typeface="Times New Roman" pitchFamily="18" charset="0"/>
              </a:rPr>
              <a:t>line</a:t>
            </a:r>
            <a:r>
              <a:rPr lang="ru-RU" sz="2400" dirty="0">
                <a:solidFill>
                  <a:srgbClr val="FFFF00"/>
                </a:solidFill>
                <a:effectLst/>
                <a:latin typeface="Times New Roman" pitchFamily="18" charset="0"/>
              </a:rPr>
              <a:t>+)   &gt;</a:t>
            </a:r>
          </a:p>
          <a:p>
            <a:pPr eaLnBrk="1" hangingPunct="1">
              <a:lnSpc>
                <a:spcPct val="80000"/>
              </a:lnSpc>
              <a:defRPr/>
            </a:pPr>
            <a:endParaRPr lang="ru-RU" sz="1800" u="sng" dirty="0"/>
          </a:p>
          <a:p>
            <a:pPr eaLnBrk="1" hangingPunct="1">
              <a:lnSpc>
                <a:spcPct val="80000"/>
              </a:lnSpc>
              <a:defRPr/>
            </a:pPr>
            <a:r>
              <a:rPr lang="ru-RU" sz="2000" u="sng" dirty="0"/>
              <a:t>В синтаксисе SGML есть три обозначения включения, обычно представленных </a:t>
            </a:r>
            <a:r>
              <a:rPr lang="ru-RU" sz="2000" u="sng" dirty="0">
                <a:solidFill>
                  <a:schemeClr val="folHlink"/>
                </a:solidFill>
              </a:rPr>
              <a:t>знаком плюс, вопросительным знаком и звездочкой</a:t>
            </a:r>
            <a:r>
              <a:rPr lang="ru-RU" sz="2000" dirty="0"/>
              <a:t>. (Так же, как и ограничители, эти знаки имеют формальные наименования и могут быть переопределены соответствующим SGML описанием.) </a:t>
            </a:r>
          </a:p>
          <a:p>
            <a:pPr eaLnBrk="1" hangingPunct="1">
              <a:lnSpc>
                <a:spcPct val="80000"/>
              </a:lnSpc>
              <a:defRPr/>
            </a:pPr>
            <a:r>
              <a:rPr lang="ru-RU" sz="2000" dirty="0"/>
              <a:t>Знак плюс означает, что соответствующий элемент может встречаться один или более раз; </a:t>
            </a:r>
          </a:p>
          <a:p>
            <a:pPr eaLnBrk="1" hangingPunct="1">
              <a:lnSpc>
                <a:spcPct val="80000"/>
              </a:lnSpc>
              <a:defRPr/>
            </a:pPr>
            <a:r>
              <a:rPr lang="ru-RU" sz="2000" dirty="0"/>
              <a:t>вопросительный знак означает, что может быть не более одного элемента; </a:t>
            </a:r>
          </a:p>
          <a:p>
            <a:pPr eaLnBrk="1" hangingPunct="1">
              <a:lnSpc>
                <a:spcPct val="80000"/>
              </a:lnSpc>
              <a:defRPr/>
            </a:pPr>
            <a:r>
              <a:rPr lang="ru-RU" sz="2000" dirty="0"/>
              <a:t>звездочка означает, что элемент может или отсутствовать, или появляться один и более раз.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3">
            <a:extLst>
              <a:ext uri="{FF2B5EF4-FFF2-40B4-BE49-F238E27FC236}">
                <a16:creationId xmlns:a16="http://schemas.microsoft.com/office/drawing/2014/main" id="{131C8E44-91B5-4FC5-BF36-A639DCBD086C}"/>
              </a:ext>
            </a:extLst>
          </p:cNvPr>
          <p:cNvSpPr>
            <a:spLocks noGrp="1" noChangeArrowheads="1"/>
          </p:cNvSpPr>
          <p:nvPr>
            <p:ph type="body" idx="1"/>
          </p:nvPr>
        </p:nvSpPr>
        <p:spPr>
          <a:xfrm>
            <a:off x="395288" y="476250"/>
            <a:ext cx="8569325" cy="6048375"/>
          </a:xfrm>
        </p:spPr>
        <p:txBody>
          <a:bodyPr/>
          <a:lstStyle/>
          <a:p>
            <a:pPr eaLnBrk="1" hangingPunct="1">
              <a:buFont typeface="Wingdings" panose="05000000000000000000" pitchFamily="2" charset="2"/>
              <a:buNone/>
              <a:defRPr/>
            </a:pPr>
            <a:r>
              <a:rPr lang="ru-RU" sz="2800" dirty="0"/>
              <a:t>          Так, если бы модель содержимого для &lt;</a:t>
            </a:r>
            <a:r>
              <a:rPr lang="ru-RU" sz="2800" dirty="0" err="1"/>
              <a:t>stanza</a:t>
            </a:r>
            <a:r>
              <a:rPr lang="ru-RU" sz="2800" dirty="0"/>
              <a:t>&gt; была (LINE*), были бы допустимы строфы без строк, так же, как и с более чем одной строкой. Если бы она была (LINE?), то пустые строфы были бы тоже допустимы, но ни одна строфа не могла бы иметь более чем одну строку. </a:t>
            </a:r>
          </a:p>
          <a:p>
            <a:pPr eaLnBrk="1" hangingPunct="1">
              <a:buFont typeface="Wingdings" panose="05000000000000000000" pitchFamily="2" charset="2"/>
              <a:buNone/>
              <a:defRPr/>
            </a:pPr>
            <a:r>
              <a:rPr lang="ru-RU" sz="2800" dirty="0">
                <a:effectLst/>
              </a:rPr>
              <a:t>       Описание &lt;</a:t>
            </a:r>
            <a:r>
              <a:rPr lang="ru-RU" sz="2800" dirty="0" err="1">
                <a:effectLst/>
              </a:rPr>
              <a:t>poem</a:t>
            </a:r>
            <a:r>
              <a:rPr lang="ru-RU" sz="2800" dirty="0">
                <a:effectLst/>
              </a:rPr>
              <a:t>&gt; в примере устанавливает, что &lt;</a:t>
            </a:r>
            <a:r>
              <a:rPr lang="ru-RU" sz="2800" dirty="0" err="1">
                <a:effectLst/>
              </a:rPr>
              <a:t>poem</a:t>
            </a:r>
            <a:r>
              <a:rPr lang="ru-RU" sz="2800" dirty="0">
                <a:effectLst/>
              </a:rPr>
              <a:t>&gt; не может иметь больше одного заголовка (но может не иметь ни одного) и что оно должно иметь как минимум одну &lt;</a:t>
            </a:r>
            <a:r>
              <a:rPr lang="ru-RU" sz="2800" dirty="0" err="1">
                <a:effectLst/>
              </a:rPr>
              <a:t>stanza</a:t>
            </a:r>
            <a:r>
              <a:rPr lang="ru-RU" sz="2800" dirty="0">
                <a:effectLst/>
              </a:rPr>
              <a:t>&gt; (и может иметь несколько).</a:t>
            </a:r>
            <a:r>
              <a:rPr lang="ru-RU" sz="2800" dirty="0"/>
              <a:t> </a:t>
            </a:r>
          </a:p>
          <a:p>
            <a:pPr eaLnBrk="1" hangingPunct="1">
              <a:defRPr/>
            </a:pPr>
            <a:r>
              <a:rPr lang="ru-RU" sz="3600" dirty="0">
                <a:solidFill>
                  <a:srgbClr val="FFFF00"/>
                </a:solidFill>
                <a:effectLst/>
                <a:latin typeface="Times New Roman" pitchFamily="18" charset="0"/>
              </a:rPr>
              <a:t>&lt;!ELEMENT   </a:t>
            </a:r>
            <a:r>
              <a:rPr lang="ru-RU" sz="3600" dirty="0" err="1">
                <a:solidFill>
                  <a:srgbClr val="FFFF00"/>
                </a:solidFill>
                <a:effectLst/>
                <a:latin typeface="Times New Roman" pitchFamily="18" charset="0"/>
              </a:rPr>
              <a:t>poem</a:t>
            </a:r>
            <a:r>
              <a:rPr lang="ru-RU" sz="3600" dirty="0">
                <a:solidFill>
                  <a:srgbClr val="FFFF00"/>
                </a:solidFill>
                <a:effectLst/>
                <a:latin typeface="Times New Roman" pitchFamily="18" charset="0"/>
              </a:rPr>
              <a:t>   - - (</a:t>
            </a:r>
            <a:r>
              <a:rPr lang="ru-RU" sz="3600" dirty="0" err="1">
                <a:solidFill>
                  <a:srgbClr val="FFFF00"/>
                </a:solidFill>
                <a:effectLst/>
                <a:latin typeface="Times New Roman" pitchFamily="18" charset="0"/>
              </a:rPr>
              <a:t>title</a:t>
            </a:r>
            <a:r>
              <a:rPr lang="ru-RU" sz="3600" dirty="0">
                <a:solidFill>
                  <a:srgbClr val="FFFF00"/>
                </a:solidFill>
                <a:effectLst/>
                <a:latin typeface="Times New Roman" pitchFamily="18" charset="0"/>
              </a:rPr>
              <a:t>?, </a:t>
            </a:r>
            <a:r>
              <a:rPr lang="ru-RU" sz="3600" dirty="0" err="1">
                <a:solidFill>
                  <a:srgbClr val="FFFF00"/>
                </a:solidFill>
                <a:effectLst/>
                <a:latin typeface="Times New Roman" pitchFamily="18" charset="0"/>
              </a:rPr>
              <a:t>stanza</a:t>
            </a:r>
            <a:r>
              <a:rPr lang="ru-RU" sz="3600" dirty="0">
                <a:solidFill>
                  <a:srgbClr val="FFFF00"/>
                </a:solidFill>
                <a:effectLst/>
                <a:latin typeface="Times New Roman" pitchFamily="18" charset="0"/>
              </a:rPr>
              <a:t>+)&gt;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392417E3-AEC4-4CB1-8157-F69026270146}"/>
              </a:ext>
            </a:extLst>
          </p:cNvPr>
          <p:cNvSpPr>
            <a:spLocks noGrp="1" noChangeArrowheads="1"/>
          </p:cNvSpPr>
          <p:nvPr>
            <p:ph type="title"/>
          </p:nvPr>
        </p:nvSpPr>
        <p:spPr/>
        <p:txBody>
          <a:bodyPr/>
          <a:lstStyle/>
          <a:p>
            <a:pPr eaLnBrk="1" hangingPunct="1">
              <a:defRPr/>
            </a:pPr>
            <a:r>
              <a:rPr lang="ru-RU" u="sng"/>
              <a:t>Связки</a:t>
            </a:r>
          </a:p>
        </p:txBody>
      </p:sp>
      <p:sp>
        <p:nvSpPr>
          <p:cNvPr id="90115" name="Rectangle 3">
            <a:extLst>
              <a:ext uri="{FF2B5EF4-FFF2-40B4-BE49-F238E27FC236}">
                <a16:creationId xmlns:a16="http://schemas.microsoft.com/office/drawing/2014/main" id="{FECF625E-5DBE-4251-9731-C1F7A7AEAAC2}"/>
              </a:ext>
            </a:extLst>
          </p:cNvPr>
          <p:cNvSpPr>
            <a:spLocks noGrp="1" noChangeArrowheads="1"/>
          </p:cNvSpPr>
          <p:nvPr>
            <p:ph type="body" idx="1"/>
          </p:nvPr>
        </p:nvSpPr>
        <p:spPr>
          <a:xfrm>
            <a:off x="179388" y="1628775"/>
            <a:ext cx="8713787" cy="4895850"/>
          </a:xfrm>
        </p:spPr>
        <p:txBody>
          <a:bodyPr/>
          <a:lstStyle/>
          <a:p>
            <a:pPr eaLnBrk="1" hangingPunct="1">
              <a:defRPr/>
            </a:pPr>
            <a:r>
              <a:rPr lang="ru-RU"/>
              <a:t>Модель содержимого (TITLE?, STANZA+) содержит больше одного компонента. Поэтому нужно дополнительно указать порядок, в котором эти элементы (&lt;title&gt; и &lt;stanza&gt;) могут появляться. Это упорядочение определяется </a:t>
            </a:r>
            <a:r>
              <a:rPr lang="ru-RU">
                <a:solidFill>
                  <a:schemeClr val="folHlink"/>
                </a:solidFill>
              </a:rPr>
              <a:t>связкой</a:t>
            </a:r>
            <a:r>
              <a:rPr lang="ru-RU"/>
              <a:t> (group connector) -- запятой -- использованным между ее компонентами.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a:extLst>
              <a:ext uri="{FF2B5EF4-FFF2-40B4-BE49-F238E27FC236}">
                <a16:creationId xmlns:a16="http://schemas.microsoft.com/office/drawing/2014/main" id="{B8E4CBF3-38B6-4EAB-9FF4-57108A382D26}"/>
              </a:ext>
            </a:extLst>
          </p:cNvPr>
          <p:cNvSpPr>
            <a:spLocks noGrp="1" noChangeArrowheads="1"/>
          </p:cNvSpPr>
          <p:nvPr>
            <p:ph type="body" idx="1"/>
          </p:nvPr>
        </p:nvSpPr>
        <p:spPr>
          <a:xfrm>
            <a:off x="395288" y="260350"/>
            <a:ext cx="8569325" cy="6337300"/>
          </a:xfrm>
        </p:spPr>
        <p:txBody>
          <a:bodyPr/>
          <a:lstStyle/>
          <a:p>
            <a:pPr eaLnBrk="1" hangingPunct="1">
              <a:lnSpc>
                <a:spcPct val="80000"/>
              </a:lnSpc>
              <a:defRPr/>
            </a:pPr>
            <a:r>
              <a:rPr lang="ru-RU" sz="2400" u="sng"/>
              <a:t>Существуют три возможных связки, обычно представляемых запятой, вертикальной чертой и знаком "&amp;".</a:t>
            </a:r>
            <a:r>
              <a:rPr lang="ru-RU" sz="2400"/>
              <a:t> (Так же, как ограничители и обозначения включения, связки имеют в стандарте формальные имена и могут быть переопределены соответствующим SGML описанием.) </a:t>
            </a:r>
          </a:p>
          <a:p>
            <a:pPr eaLnBrk="1" hangingPunct="1">
              <a:lnSpc>
                <a:spcPct val="80000"/>
              </a:lnSpc>
              <a:defRPr/>
            </a:pPr>
            <a:r>
              <a:rPr lang="ru-RU" sz="2400"/>
              <a:t>Запятая означает, что оба компонента, которые она соединяет, должны встречаться в порядке, указанном в модели содержимого. </a:t>
            </a:r>
          </a:p>
          <a:p>
            <a:pPr eaLnBrk="1" hangingPunct="1">
              <a:lnSpc>
                <a:spcPct val="80000"/>
              </a:lnSpc>
              <a:defRPr/>
            </a:pPr>
            <a:r>
              <a:rPr lang="ru-RU" sz="2400"/>
              <a:t>Знак "&amp;" указывает, что компоненты, которые он соединяет, должны встречаться оба, но в произвольном порядке. </a:t>
            </a:r>
          </a:p>
          <a:p>
            <a:pPr eaLnBrk="1" hangingPunct="1">
              <a:lnSpc>
                <a:spcPct val="80000"/>
              </a:lnSpc>
              <a:defRPr/>
            </a:pPr>
            <a:r>
              <a:rPr lang="ru-RU" sz="2400"/>
              <a:t>Вертикальная черта означает, что может встречаться только один из компонентов, которые она соединяет. Если бы в нашем примере запятую заменить на знак "&amp;", то заголовок мог бы появляться или перед строфами стихотворения, или в его конце (но не между строфами). Если ее заменить на вертикальную черту, то стихотворение могло бы состоять или из заголовка, или только из строф -- но не из того и другого.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A8C893E1-18DD-440E-81CC-F9F02079773A}"/>
              </a:ext>
            </a:extLst>
          </p:cNvPr>
          <p:cNvSpPr>
            <a:spLocks noGrp="1" noChangeArrowheads="1"/>
          </p:cNvSpPr>
          <p:nvPr>
            <p:ph type="title"/>
          </p:nvPr>
        </p:nvSpPr>
        <p:spPr/>
        <p:txBody>
          <a:bodyPr/>
          <a:lstStyle/>
          <a:p>
            <a:pPr eaLnBrk="1" hangingPunct="1">
              <a:defRPr/>
            </a:pPr>
            <a:r>
              <a:rPr lang="ru-RU" u="sng"/>
              <a:t>Группы модели</a:t>
            </a:r>
          </a:p>
        </p:txBody>
      </p:sp>
      <p:sp>
        <p:nvSpPr>
          <p:cNvPr id="88067" name="Rectangle 3">
            <a:extLst>
              <a:ext uri="{FF2B5EF4-FFF2-40B4-BE49-F238E27FC236}">
                <a16:creationId xmlns:a16="http://schemas.microsoft.com/office/drawing/2014/main" id="{DF7AD2EF-B2E1-4F1B-A1C0-1646E452B119}"/>
              </a:ext>
            </a:extLst>
          </p:cNvPr>
          <p:cNvSpPr>
            <a:spLocks noGrp="1" noChangeArrowheads="1"/>
          </p:cNvSpPr>
          <p:nvPr>
            <p:ph type="body" idx="1"/>
          </p:nvPr>
        </p:nvSpPr>
        <p:spPr>
          <a:xfrm>
            <a:off x="179388" y="1557338"/>
            <a:ext cx="8856662" cy="5040312"/>
          </a:xfrm>
        </p:spPr>
        <p:txBody>
          <a:bodyPr/>
          <a:lstStyle/>
          <a:p>
            <a:pPr eaLnBrk="1" hangingPunct="1">
              <a:defRPr/>
            </a:pPr>
            <a:r>
              <a:rPr lang="ru-RU" sz="2800"/>
              <a:t>До сих пор в нашем примере компоненты каждой модели содержимого были или единственным элементом, или #PCDATA</a:t>
            </a:r>
            <a:r>
              <a:rPr lang="ru-RU" sz="2800" u="sng"/>
              <a:t>. Вполне можно, однако, определять модели содержимого, в которых компонентами являются списки элементов, объединенные связками. </a:t>
            </a:r>
            <a:endParaRPr lang="ru-RU" sz="2800"/>
          </a:p>
          <a:p>
            <a:pPr eaLnBrk="1" hangingPunct="1">
              <a:defRPr/>
            </a:pPr>
            <a:r>
              <a:rPr lang="ru-RU" sz="2800"/>
              <a:t>Такие списки, известные как </a:t>
            </a:r>
            <a:r>
              <a:rPr lang="ru-RU" sz="2800">
                <a:solidFill>
                  <a:schemeClr val="folHlink"/>
                </a:solidFill>
              </a:rPr>
              <a:t>группы модели</a:t>
            </a:r>
            <a:r>
              <a:rPr lang="ru-RU" sz="2800"/>
              <a:t> (model groups), могут также модифицироваться обозначениями включения и, в свою очередь, быть объединенными связками.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a:extLst>
              <a:ext uri="{FF2B5EF4-FFF2-40B4-BE49-F238E27FC236}">
                <a16:creationId xmlns:a16="http://schemas.microsoft.com/office/drawing/2014/main" id="{B052EC1A-4677-43A5-9AF9-9290215A0BB6}"/>
              </a:ext>
            </a:extLst>
          </p:cNvPr>
          <p:cNvSpPr>
            <a:spLocks noGrp="1" noChangeArrowheads="1"/>
          </p:cNvSpPr>
          <p:nvPr>
            <p:ph type="body" idx="1"/>
          </p:nvPr>
        </p:nvSpPr>
        <p:spPr>
          <a:xfrm>
            <a:off x="395288" y="188913"/>
            <a:ext cx="8569325" cy="6335712"/>
          </a:xfrm>
        </p:spPr>
        <p:txBody>
          <a:bodyPr/>
          <a:lstStyle/>
          <a:p>
            <a:pPr eaLnBrk="1" hangingPunct="1">
              <a:lnSpc>
                <a:spcPct val="90000"/>
              </a:lnSpc>
              <a:defRPr/>
            </a:pPr>
            <a:r>
              <a:rPr lang="ru-RU" sz="2400" dirty="0"/>
              <a:t>Двустишие определяется как &lt;line1&gt;, за которой идет &lt;line2&gt;. </a:t>
            </a:r>
          </a:p>
          <a:p>
            <a:pPr eaLnBrk="1" hangingPunct="1">
              <a:lnSpc>
                <a:spcPct val="90000"/>
              </a:lnSpc>
              <a:defRPr/>
            </a:pPr>
            <a:r>
              <a:rPr lang="ru-RU" sz="2400" dirty="0"/>
              <a:t>&lt;!ELEMENT </a:t>
            </a:r>
            <a:r>
              <a:rPr lang="ru-RU" sz="2400" dirty="0" err="1"/>
              <a:t>couplet</a:t>
            </a:r>
            <a:r>
              <a:rPr lang="ru-RU" sz="2400" dirty="0"/>
              <a:t> O </a:t>
            </a:r>
            <a:r>
              <a:rPr lang="ru-RU" sz="2400" dirty="0" err="1"/>
              <a:t>O</a:t>
            </a:r>
            <a:r>
              <a:rPr lang="ru-RU" sz="2400" dirty="0"/>
              <a:t> (line1, line2) &gt;</a:t>
            </a:r>
          </a:p>
          <a:p>
            <a:pPr eaLnBrk="1" hangingPunct="1">
              <a:lnSpc>
                <a:spcPct val="90000"/>
              </a:lnSpc>
              <a:defRPr/>
            </a:pPr>
            <a:r>
              <a:rPr lang="ru-RU" sz="2400" dirty="0"/>
              <a:t>Элементы &lt;line1&gt; и &lt;line2&gt; (которые различаются, например, чтобы сделать возможными изучение схемы </a:t>
            </a:r>
            <a:r>
              <a:rPr lang="ru-RU" sz="2400" dirty="0" err="1"/>
              <a:t>рифмования</a:t>
            </a:r>
            <a:r>
              <a:rPr lang="ru-RU" sz="2400" dirty="0"/>
              <a:t>) имеют в точности ту же модель содержимого, что и существующий элемент &lt;</a:t>
            </a:r>
            <a:r>
              <a:rPr lang="ru-RU" sz="2400" dirty="0" err="1"/>
              <a:t>line</a:t>
            </a:r>
            <a:r>
              <a:rPr lang="ru-RU" sz="2400" dirty="0"/>
              <a:t>&gt;. </a:t>
            </a:r>
            <a:r>
              <a:rPr lang="ru-RU" sz="2400" u="sng" dirty="0"/>
              <a:t>Они, следовательно, могут разделять одно и то же описание.</a:t>
            </a:r>
            <a:r>
              <a:rPr lang="ru-RU" sz="2400" dirty="0"/>
              <a:t> </a:t>
            </a:r>
            <a:r>
              <a:rPr lang="ru-RU" sz="2400" u="sng" dirty="0"/>
              <a:t>В этой ситуации удобно указать группу названий (</a:t>
            </a:r>
            <a:r>
              <a:rPr lang="ru-RU" sz="2400" u="sng" dirty="0" err="1"/>
              <a:t>name</a:t>
            </a:r>
            <a:r>
              <a:rPr lang="ru-RU" sz="2400" u="sng" dirty="0"/>
              <a:t> </a:t>
            </a:r>
            <a:r>
              <a:rPr lang="ru-RU" sz="2400" u="sng" dirty="0" err="1"/>
              <a:t>group</a:t>
            </a:r>
            <a:r>
              <a:rPr lang="ru-RU" sz="2400" u="sng" dirty="0"/>
              <a:t>) в качестве первого компонента единого описания элемента, а не записывать последовательность описаний, отличающихся только используемыми именами. </a:t>
            </a:r>
            <a:r>
              <a:rPr lang="ru-RU" sz="2400" u="sng" dirty="0">
                <a:solidFill>
                  <a:schemeClr val="folHlink"/>
                </a:solidFill>
              </a:rPr>
              <a:t>Группа названий</a:t>
            </a:r>
            <a:r>
              <a:rPr lang="ru-RU" sz="2400" u="sng" dirty="0"/>
              <a:t> -- это список GI, соединенный связками и заключенный в круглые скобки: </a:t>
            </a:r>
            <a:endParaRPr lang="ru-RU" sz="2400" dirty="0"/>
          </a:p>
          <a:p>
            <a:pPr eaLnBrk="1" hangingPunct="1">
              <a:lnSpc>
                <a:spcPct val="90000"/>
              </a:lnSpc>
              <a:defRPr/>
            </a:pPr>
            <a:r>
              <a:rPr lang="ru-RU" sz="2400" dirty="0">
                <a:solidFill>
                  <a:srgbClr val="FFFF00"/>
                </a:solidFill>
              </a:rPr>
              <a:t>&lt;!ELEMENT (</a:t>
            </a:r>
            <a:r>
              <a:rPr lang="ru-RU" sz="2400" dirty="0" err="1">
                <a:solidFill>
                  <a:srgbClr val="FFFF00"/>
                </a:solidFill>
              </a:rPr>
              <a:t>line</a:t>
            </a:r>
            <a:r>
              <a:rPr lang="ru-RU" sz="2400" dirty="0">
                <a:solidFill>
                  <a:srgbClr val="FFFF00"/>
                </a:solidFill>
              </a:rPr>
              <a:t> | line1 | line2) O </a:t>
            </a:r>
            <a:r>
              <a:rPr lang="ru-RU" sz="2400" dirty="0" err="1">
                <a:solidFill>
                  <a:srgbClr val="FFFF00"/>
                </a:solidFill>
              </a:rPr>
              <a:t>O</a:t>
            </a:r>
            <a:r>
              <a:rPr lang="ru-RU" sz="2400" dirty="0">
                <a:solidFill>
                  <a:srgbClr val="FFFF00"/>
                </a:solidFill>
              </a:rPr>
              <a:t> (#PCDATA) &gt;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a:extLst>
              <a:ext uri="{FF2B5EF4-FFF2-40B4-BE49-F238E27FC236}">
                <a16:creationId xmlns:a16="http://schemas.microsoft.com/office/drawing/2014/main" id="{AB5344F9-EF20-4B49-AF9B-DA925BD47B7E}"/>
              </a:ext>
            </a:extLst>
          </p:cNvPr>
          <p:cNvSpPr>
            <a:spLocks noGrp="1" noChangeArrowheads="1"/>
          </p:cNvSpPr>
          <p:nvPr>
            <p:ph type="body" idx="1"/>
          </p:nvPr>
        </p:nvSpPr>
        <p:spPr>
          <a:xfrm>
            <a:off x="323850" y="260350"/>
            <a:ext cx="8640763" cy="6481763"/>
          </a:xfrm>
        </p:spPr>
        <p:txBody>
          <a:bodyPr/>
          <a:lstStyle/>
          <a:p>
            <a:pPr eaLnBrk="1" hangingPunct="1">
              <a:lnSpc>
                <a:spcPct val="90000"/>
              </a:lnSpc>
              <a:buFont typeface="Wingdings" panose="05000000000000000000" pitchFamily="2" charset="2"/>
              <a:buNone/>
              <a:defRPr/>
            </a:pPr>
            <a:r>
              <a:rPr lang="ru-RU" sz="2400" dirty="0"/>
              <a:t>Описание элемента &lt;</a:t>
            </a:r>
            <a:r>
              <a:rPr lang="ru-RU" sz="2400" dirty="0" err="1"/>
              <a:t>poem</a:t>
            </a:r>
            <a:r>
              <a:rPr lang="ru-RU" sz="2400" dirty="0"/>
              <a:t>&gt; теперь можно изменить так, чтобы включить все три варианта: </a:t>
            </a:r>
          </a:p>
          <a:p>
            <a:pPr eaLnBrk="1" hangingPunct="1">
              <a:lnSpc>
                <a:spcPct val="90000"/>
              </a:lnSpc>
              <a:buFont typeface="Wingdings" panose="05000000000000000000" pitchFamily="2" charset="2"/>
              <a:buNone/>
              <a:defRPr/>
            </a:pPr>
            <a:r>
              <a:rPr lang="ru-RU" sz="2400" dirty="0">
                <a:solidFill>
                  <a:srgbClr val="FFFF00"/>
                </a:solidFill>
              </a:rPr>
              <a:t>&lt;!ELEMENT </a:t>
            </a:r>
            <a:r>
              <a:rPr lang="ru-RU" sz="2400" dirty="0" err="1">
                <a:solidFill>
                  <a:srgbClr val="FFFF00"/>
                </a:solidFill>
              </a:rPr>
              <a:t>poem</a:t>
            </a:r>
            <a:r>
              <a:rPr lang="ru-RU" sz="2400" dirty="0">
                <a:solidFill>
                  <a:srgbClr val="FFFF00"/>
                </a:solidFill>
              </a:rPr>
              <a:t> - O (</a:t>
            </a:r>
            <a:r>
              <a:rPr lang="ru-RU" sz="2400" dirty="0" err="1">
                <a:solidFill>
                  <a:srgbClr val="FFFF00"/>
                </a:solidFill>
              </a:rPr>
              <a:t>title</a:t>
            </a:r>
            <a:r>
              <a:rPr lang="ru-RU" sz="2400" dirty="0">
                <a:solidFill>
                  <a:srgbClr val="FFFF00"/>
                </a:solidFill>
              </a:rPr>
              <a:t>?, (</a:t>
            </a:r>
            <a:r>
              <a:rPr lang="ru-RU" sz="2400" dirty="0" err="1">
                <a:solidFill>
                  <a:srgbClr val="FFFF00"/>
                </a:solidFill>
              </a:rPr>
              <a:t>stanza</a:t>
            </a:r>
            <a:r>
              <a:rPr lang="ru-RU" sz="2400" dirty="0">
                <a:solidFill>
                  <a:srgbClr val="FFFF00"/>
                </a:solidFill>
              </a:rPr>
              <a:t>+ | </a:t>
            </a:r>
            <a:r>
              <a:rPr lang="ru-RU" sz="2400" dirty="0" err="1">
                <a:solidFill>
                  <a:srgbClr val="FFFF00"/>
                </a:solidFill>
              </a:rPr>
              <a:t>couplet</a:t>
            </a:r>
            <a:r>
              <a:rPr lang="ru-RU" sz="2400" dirty="0">
                <a:solidFill>
                  <a:srgbClr val="FFFF00"/>
                </a:solidFill>
              </a:rPr>
              <a:t>+ | </a:t>
            </a:r>
            <a:r>
              <a:rPr lang="ru-RU" sz="2400" dirty="0" err="1">
                <a:solidFill>
                  <a:srgbClr val="FFFF00"/>
                </a:solidFill>
              </a:rPr>
              <a:t>line</a:t>
            </a:r>
            <a:r>
              <a:rPr lang="ru-RU" sz="2400" dirty="0">
                <a:solidFill>
                  <a:srgbClr val="FFFF00"/>
                </a:solidFill>
              </a:rPr>
              <a:t>+) ) &gt;</a:t>
            </a:r>
          </a:p>
          <a:p>
            <a:pPr eaLnBrk="1" hangingPunct="1">
              <a:lnSpc>
                <a:spcPct val="90000"/>
              </a:lnSpc>
              <a:buFont typeface="Wingdings" panose="05000000000000000000" pitchFamily="2" charset="2"/>
              <a:buNone/>
              <a:defRPr/>
            </a:pPr>
            <a:r>
              <a:rPr lang="ru-RU" sz="2400" dirty="0"/>
              <a:t>         То есть, стихотворение состоит из необязательного заголовка, за которым следует одна или несколько строф, либо одно или несколько двустиший, либо одна или несколько строк. </a:t>
            </a:r>
          </a:p>
          <a:p>
            <a:pPr eaLnBrk="1" hangingPunct="1">
              <a:lnSpc>
                <a:spcPct val="90000"/>
              </a:lnSpc>
              <a:buFont typeface="Wingdings" panose="05000000000000000000" pitchFamily="2" charset="2"/>
              <a:buNone/>
              <a:defRPr/>
            </a:pPr>
            <a:r>
              <a:rPr lang="ru-RU" sz="2400" dirty="0"/>
              <a:t>      Отметьте разницу между этим определением и следующим: </a:t>
            </a:r>
            <a:endParaRPr lang="en-US" sz="2400" dirty="0"/>
          </a:p>
          <a:p>
            <a:pPr eaLnBrk="1" hangingPunct="1">
              <a:lnSpc>
                <a:spcPct val="90000"/>
              </a:lnSpc>
              <a:buFont typeface="Wingdings" panose="05000000000000000000" pitchFamily="2" charset="2"/>
              <a:buNone/>
              <a:defRPr/>
            </a:pPr>
            <a:r>
              <a:rPr lang="en-US" sz="2400" dirty="0">
                <a:solidFill>
                  <a:srgbClr val="FFFF00"/>
                </a:solidFill>
              </a:rPr>
              <a:t>&lt;!ELEMENT poem - O (title?, (stanza | couplet | line)+ ) &gt;</a:t>
            </a:r>
            <a:endParaRPr lang="ru-RU" sz="2400" dirty="0">
              <a:solidFill>
                <a:srgbClr val="FFFF00"/>
              </a:solidFill>
            </a:endParaRPr>
          </a:p>
          <a:p>
            <a:pPr eaLnBrk="1" hangingPunct="1">
              <a:lnSpc>
                <a:spcPct val="90000"/>
              </a:lnSpc>
              <a:buFont typeface="Wingdings" panose="05000000000000000000" pitchFamily="2" charset="2"/>
              <a:buNone/>
              <a:defRPr/>
            </a:pPr>
            <a:r>
              <a:rPr lang="ru-RU" sz="2400" dirty="0"/>
              <a:t>       Этот вариант, используя обозначение включения у группы, а не у каждого элемента внутри группы, позволит одному стихотворению состоять из смеси строф, двустиший или белого стиха. </a:t>
            </a:r>
          </a:p>
          <a:p>
            <a:pPr eaLnBrk="1" hangingPunct="1">
              <a:lnSpc>
                <a:spcPct val="90000"/>
              </a:lnSpc>
              <a:buFont typeface="Wingdings" panose="05000000000000000000" pitchFamily="2" charset="2"/>
              <a:buNone/>
              <a:defRPr/>
            </a:pPr>
            <a:r>
              <a:rPr lang="ru-RU" sz="2400" dirty="0"/>
              <a:t>       Таким образом можно строить довольно сложные модели, отражая структурную сложность различных типов текстов.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A372B7F2-3567-4FCF-BB76-B212E8F51E1B}"/>
              </a:ext>
            </a:extLst>
          </p:cNvPr>
          <p:cNvSpPr>
            <a:spLocks noGrp="1" noChangeArrowheads="1"/>
          </p:cNvSpPr>
          <p:nvPr>
            <p:ph type="title"/>
          </p:nvPr>
        </p:nvSpPr>
        <p:spPr>
          <a:xfrm>
            <a:off x="1066800" y="304800"/>
            <a:ext cx="7543800" cy="1179513"/>
          </a:xfrm>
        </p:spPr>
        <p:txBody>
          <a:bodyPr/>
          <a:lstStyle/>
          <a:p>
            <a:pPr algn="ctr" eaLnBrk="1" hangingPunct="1"/>
            <a:r>
              <a:rPr lang="ru-RU" altLang="ru-RU" sz="3200">
                <a:effectLst/>
              </a:rPr>
              <a:t>Исключения в модели содержимого</a:t>
            </a:r>
          </a:p>
        </p:txBody>
      </p:sp>
      <p:sp>
        <p:nvSpPr>
          <p:cNvPr id="79875" name="Rectangle 3">
            <a:extLst>
              <a:ext uri="{FF2B5EF4-FFF2-40B4-BE49-F238E27FC236}">
                <a16:creationId xmlns:a16="http://schemas.microsoft.com/office/drawing/2014/main" id="{1729E388-7048-4D41-9850-9C11C7C454D9}"/>
              </a:ext>
            </a:extLst>
          </p:cNvPr>
          <p:cNvSpPr>
            <a:spLocks noGrp="1" noChangeArrowheads="1"/>
          </p:cNvSpPr>
          <p:nvPr>
            <p:ph type="body" idx="1"/>
          </p:nvPr>
        </p:nvSpPr>
        <p:spPr>
          <a:xfrm>
            <a:off x="250825" y="1484313"/>
            <a:ext cx="8642350" cy="5113337"/>
          </a:xfrm>
        </p:spPr>
        <p:txBody>
          <a:bodyPr/>
          <a:lstStyle/>
          <a:p>
            <a:pPr eaLnBrk="1" hangingPunct="1">
              <a:lnSpc>
                <a:spcPct val="90000"/>
              </a:lnSpc>
              <a:defRPr/>
            </a:pPr>
            <a:r>
              <a:rPr lang="ru-RU" sz="2400"/>
              <a:t>В большинстве документов существуют некоторые элементы, которые могут встречаться на любом уровне их структуры. </a:t>
            </a:r>
          </a:p>
          <a:p>
            <a:pPr eaLnBrk="1" hangingPunct="1">
              <a:lnSpc>
                <a:spcPct val="90000"/>
              </a:lnSpc>
              <a:defRPr/>
            </a:pPr>
            <a:r>
              <a:rPr lang="ru-RU" sz="2400"/>
              <a:t>Аннотации, например, могут относиться к стихотворению в целом, к строфе, к строке строфы или к отдельному слову в ней. В критическом издании то же самое может относиться к вариантам изложения. В таком простом случае сложность добавления элемента аннотации как необязательного компонента всех моделей содержимого еще не очень обременительна; в более реалистичной сложной модели, содержащей, возможно, десять-двенадцать уровней, такой подход будет намного более сложным.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3">
            <a:extLst>
              <a:ext uri="{FF2B5EF4-FFF2-40B4-BE49-F238E27FC236}">
                <a16:creationId xmlns:a16="http://schemas.microsoft.com/office/drawing/2014/main" id="{6A896E57-29F6-4980-A27C-6EAD152407C7}"/>
              </a:ext>
            </a:extLst>
          </p:cNvPr>
          <p:cNvSpPr>
            <a:spLocks noGrp="1" noChangeArrowheads="1"/>
          </p:cNvSpPr>
          <p:nvPr>
            <p:ph type="body" idx="1"/>
          </p:nvPr>
        </p:nvSpPr>
        <p:spPr>
          <a:xfrm>
            <a:off x="179388" y="333375"/>
            <a:ext cx="8713787" cy="6119813"/>
          </a:xfrm>
        </p:spPr>
        <p:txBody>
          <a:bodyPr/>
          <a:lstStyle/>
          <a:p>
            <a:pPr eaLnBrk="1" hangingPunct="1">
              <a:lnSpc>
                <a:spcPct val="80000"/>
              </a:lnSpc>
              <a:buFont typeface="Wingdings" panose="05000000000000000000" pitchFamily="2" charset="2"/>
              <a:buNone/>
              <a:defRPr/>
            </a:pPr>
            <a:r>
              <a:rPr lang="ru-RU" sz="2400"/>
              <a:t>     Чтобы с этим справиться, SGML позволяет любую модель содержимого модифицировать списком </a:t>
            </a:r>
            <a:r>
              <a:rPr lang="ru-RU" sz="2400" b="1">
                <a:solidFill>
                  <a:schemeClr val="folHlink"/>
                </a:solidFill>
              </a:rPr>
              <a:t>исключений</a:t>
            </a:r>
            <a:r>
              <a:rPr lang="ru-RU" sz="2400" b="1"/>
              <a:t>.</a:t>
            </a:r>
            <a:r>
              <a:rPr lang="ru-RU" sz="2400"/>
              <a:t> </a:t>
            </a:r>
            <a:r>
              <a:rPr lang="ru-RU" sz="2400" i="1" u="sng"/>
              <a:t>Есть два типа исключений</a:t>
            </a:r>
            <a:r>
              <a:rPr lang="ru-RU" sz="2400"/>
              <a:t>: </a:t>
            </a:r>
            <a:r>
              <a:rPr lang="ru-RU" sz="2400" b="1">
                <a:solidFill>
                  <a:schemeClr val="folHlink"/>
                </a:solidFill>
              </a:rPr>
              <a:t>включающие</a:t>
            </a:r>
            <a:r>
              <a:rPr lang="ru-RU" sz="2400"/>
              <a:t> (inclusions), то есть, дополнительные элементы, которые могут включаться в любом месте в группе модели или в любом из входящих в нее элементов; и </a:t>
            </a:r>
            <a:r>
              <a:rPr lang="ru-RU" sz="2400" b="1">
                <a:solidFill>
                  <a:schemeClr val="folHlink"/>
                </a:solidFill>
              </a:rPr>
              <a:t>исключающие</a:t>
            </a:r>
            <a:r>
              <a:rPr lang="ru-RU" sz="2400">
                <a:solidFill>
                  <a:schemeClr val="folHlink"/>
                </a:solidFill>
              </a:rPr>
              <a:t> </a:t>
            </a:r>
            <a:r>
              <a:rPr lang="ru-RU" sz="2400"/>
              <a:t>(exclusions), то есть, элементы, которые не могут включаться в текущей модели. </a:t>
            </a:r>
          </a:p>
          <a:p>
            <a:pPr eaLnBrk="1" hangingPunct="1">
              <a:lnSpc>
                <a:spcPct val="80000"/>
              </a:lnSpc>
              <a:buFont typeface="Wingdings" panose="05000000000000000000" pitchFamily="2" charset="2"/>
              <a:buNone/>
              <a:defRPr/>
            </a:pPr>
            <a:r>
              <a:rPr lang="ru-RU" sz="2400"/>
              <a:t>        Чтобы расширить наши описания, разрешив аннотации и вариантное написание, которые, будем считать, могут появляться где угодно по тексту стихотворения, сначала добавим описания этих двух элементов: </a:t>
            </a:r>
            <a:endParaRPr lang="en-US" sz="2400"/>
          </a:p>
          <a:p>
            <a:pPr eaLnBrk="1" hangingPunct="1">
              <a:lnSpc>
                <a:spcPct val="80000"/>
              </a:lnSpc>
              <a:buFont typeface="Wingdings" panose="05000000000000000000" pitchFamily="2" charset="2"/>
              <a:buNone/>
              <a:defRPr/>
            </a:pPr>
            <a:r>
              <a:rPr lang="ru-RU" sz="2400"/>
              <a:t>       </a:t>
            </a:r>
            <a:r>
              <a:rPr lang="en-US" sz="2400"/>
              <a:t>&lt;!ELEMENT (note | variant) - - (#PCDATA)&gt;</a:t>
            </a:r>
            <a:r>
              <a:rPr lang="ru-RU" sz="2400"/>
              <a:t> </a:t>
            </a:r>
          </a:p>
          <a:p>
            <a:pPr eaLnBrk="1" hangingPunct="1">
              <a:lnSpc>
                <a:spcPct val="80000"/>
              </a:lnSpc>
              <a:buFont typeface="Wingdings" panose="05000000000000000000" pitchFamily="2" charset="2"/>
              <a:buNone/>
              <a:defRPr/>
            </a:pPr>
            <a:r>
              <a:rPr lang="ru-RU" sz="2400"/>
              <a:t>        Оба элемента, аннотация (note) и вариант (variant), должны иметь и открывающую, и закрывающую метки, так как они могут появляться где угодно.</a:t>
            </a:r>
          </a:p>
          <a:p>
            <a:pPr eaLnBrk="1" hangingPunct="1">
              <a:lnSpc>
                <a:spcPct val="80000"/>
              </a:lnSpc>
              <a:defRPr/>
            </a:pPr>
            <a:endParaRPr lang="ru-RU" sz="2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3">
            <a:extLst>
              <a:ext uri="{FF2B5EF4-FFF2-40B4-BE49-F238E27FC236}">
                <a16:creationId xmlns:a16="http://schemas.microsoft.com/office/drawing/2014/main" id="{321184E1-6017-43F9-A6F7-6EF086558137}"/>
              </a:ext>
            </a:extLst>
          </p:cNvPr>
          <p:cNvSpPr>
            <a:spLocks noGrp="1" noChangeArrowheads="1"/>
          </p:cNvSpPr>
          <p:nvPr>
            <p:ph type="body" idx="1"/>
          </p:nvPr>
        </p:nvSpPr>
        <p:spPr>
          <a:xfrm>
            <a:off x="250825" y="476250"/>
            <a:ext cx="8713788" cy="6192838"/>
          </a:xfrm>
        </p:spPr>
        <p:txBody>
          <a:bodyPr/>
          <a:lstStyle/>
          <a:p>
            <a:pPr eaLnBrk="1" hangingPunct="1">
              <a:buFont typeface="Wingdings" panose="05000000000000000000" pitchFamily="2" charset="2"/>
              <a:buNone/>
              <a:defRPr/>
            </a:pPr>
            <a:r>
              <a:rPr lang="ru-RU" dirty="0"/>
              <a:t>  </a:t>
            </a:r>
            <a:r>
              <a:rPr lang="ru-RU" sz="2400" dirty="0">
                <a:latin typeface="Times New Roman" pitchFamily="18" charset="0"/>
              </a:rPr>
              <a:t>Чтобы не добавлять их к моделям содержимого каждого типа стихотворений, мы можем добавить их в форме списка включений к элементу стихотворения, который теперь выглядит так: </a:t>
            </a:r>
            <a:endParaRPr lang="en-US" sz="2400" dirty="0">
              <a:latin typeface="Times New Roman" pitchFamily="18" charset="0"/>
            </a:endParaRPr>
          </a:p>
          <a:p>
            <a:pPr eaLnBrk="1" hangingPunct="1">
              <a:buFont typeface="Wingdings" panose="05000000000000000000" pitchFamily="2" charset="2"/>
              <a:buNone/>
              <a:defRPr/>
            </a:pPr>
            <a:r>
              <a:rPr lang="en-US" sz="2000" dirty="0">
                <a:solidFill>
                  <a:srgbClr val="FFFF00"/>
                </a:solidFill>
                <a:effectLst/>
                <a:latin typeface="Times New Roman" pitchFamily="18" charset="0"/>
              </a:rPr>
              <a:t>&lt;!ELEMENT poem -</a:t>
            </a:r>
            <a:r>
              <a:rPr lang="ru-RU" sz="2000" dirty="0">
                <a:solidFill>
                  <a:srgbClr val="FFFF00"/>
                </a:solidFill>
                <a:effectLst/>
                <a:latin typeface="Times New Roman" pitchFamily="18" charset="0"/>
              </a:rPr>
              <a:t> </a:t>
            </a:r>
            <a:r>
              <a:rPr lang="en-US" sz="2000" dirty="0">
                <a:solidFill>
                  <a:srgbClr val="FFFF00"/>
                </a:solidFill>
                <a:effectLst/>
                <a:latin typeface="Times New Roman" pitchFamily="18" charset="0"/>
              </a:rPr>
              <a:t>O (title?, (stanza+ | couplet+ | line+) )  </a:t>
            </a:r>
            <a:r>
              <a:rPr lang="ru-RU" sz="2000" dirty="0">
                <a:solidFill>
                  <a:srgbClr val="FFFF00"/>
                </a:solidFill>
                <a:effectLst/>
                <a:latin typeface="Times New Roman" pitchFamily="18" charset="0"/>
              </a:rPr>
              <a:t>+(</a:t>
            </a:r>
            <a:r>
              <a:rPr lang="ru-RU" sz="2000" dirty="0" err="1">
                <a:solidFill>
                  <a:srgbClr val="FFFF00"/>
                </a:solidFill>
                <a:effectLst/>
                <a:latin typeface="Times New Roman" pitchFamily="18" charset="0"/>
              </a:rPr>
              <a:t>note</a:t>
            </a:r>
            <a:r>
              <a:rPr lang="ru-RU" sz="2000" dirty="0">
                <a:solidFill>
                  <a:srgbClr val="FFFF00"/>
                </a:solidFill>
                <a:effectLst/>
                <a:latin typeface="Times New Roman" pitchFamily="18" charset="0"/>
              </a:rPr>
              <a:t> | </a:t>
            </a:r>
            <a:r>
              <a:rPr lang="ru-RU" sz="2000" dirty="0" err="1">
                <a:solidFill>
                  <a:srgbClr val="FFFF00"/>
                </a:solidFill>
                <a:effectLst/>
                <a:latin typeface="Times New Roman" pitchFamily="18" charset="0"/>
              </a:rPr>
              <a:t>variant</a:t>
            </a:r>
            <a:r>
              <a:rPr lang="ru-RU" sz="2000" dirty="0">
                <a:solidFill>
                  <a:srgbClr val="FFFF00"/>
                </a:solidFill>
                <a:effectLst/>
                <a:latin typeface="Times New Roman" pitchFamily="18" charset="0"/>
              </a:rPr>
              <a:t>) &gt;</a:t>
            </a:r>
            <a:r>
              <a:rPr lang="ru-RU" sz="2000" dirty="0">
                <a:solidFill>
                  <a:srgbClr val="FFFF00"/>
                </a:solidFill>
              </a:rPr>
              <a:t> </a:t>
            </a:r>
          </a:p>
          <a:p>
            <a:pPr eaLnBrk="1" hangingPunct="1">
              <a:buFont typeface="Wingdings" panose="05000000000000000000" pitchFamily="2" charset="2"/>
              <a:buNone/>
              <a:defRPr/>
            </a:pPr>
            <a:r>
              <a:rPr lang="ru-RU" sz="2400" dirty="0">
                <a:latin typeface="Times New Roman" pitchFamily="18" charset="0"/>
              </a:rPr>
              <a:t>          Знак плюс перед списком названий (NOTE | VARIANT) означает, что это "</a:t>
            </a:r>
            <a:r>
              <a:rPr lang="ru-RU" sz="2400" dirty="0">
                <a:solidFill>
                  <a:schemeClr val="folHlink"/>
                </a:solidFill>
                <a:latin typeface="Times New Roman" pitchFamily="18" charset="0"/>
              </a:rPr>
              <a:t>включающее" исключение</a:t>
            </a:r>
            <a:r>
              <a:rPr lang="ru-RU" sz="2400" dirty="0">
                <a:latin typeface="Times New Roman" pitchFamily="18" charset="0"/>
              </a:rPr>
              <a:t>. С таким дополнением аннотации или варианты могут появляться в любом месте внутри содержимого элемента стихотворения -- даже в тех элементах (как, например, &lt;</a:t>
            </a:r>
            <a:r>
              <a:rPr lang="ru-RU" sz="2400" dirty="0" err="1">
                <a:latin typeface="Times New Roman" pitchFamily="18" charset="0"/>
              </a:rPr>
              <a:t>title</a:t>
            </a:r>
            <a:r>
              <a:rPr lang="ru-RU" sz="2400" dirty="0">
                <a:latin typeface="Times New Roman" pitchFamily="18" charset="0"/>
              </a:rPr>
              <a:t>&gt;), которые объявлены с моделью содержимого #PCDATA. Они, таким образом, могут также появляться внутри аннотаций или вариантов</a:t>
            </a:r>
            <a:r>
              <a:rPr lang="ru-RU" dirty="0"/>
              <a:t>! </a:t>
            </a:r>
          </a:p>
          <a:p>
            <a:pPr eaLnBrk="1" hangingPunct="1">
              <a:defRPr/>
            </a:pPr>
            <a:endParaRPr lang="ru-RU"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a:extLst>
              <a:ext uri="{FF2B5EF4-FFF2-40B4-BE49-F238E27FC236}">
                <a16:creationId xmlns:a16="http://schemas.microsoft.com/office/drawing/2014/main" id="{84868F8C-843D-495E-A09B-AFB026A2BD05}"/>
              </a:ext>
            </a:extLst>
          </p:cNvPr>
          <p:cNvSpPr>
            <a:spLocks noGrp="1" noChangeArrowheads="1"/>
          </p:cNvSpPr>
          <p:nvPr>
            <p:ph type="body" idx="1"/>
          </p:nvPr>
        </p:nvSpPr>
        <p:spPr>
          <a:xfrm>
            <a:off x="539750" y="260350"/>
            <a:ext cx="8353425" cy="6264275"/>
          </a:xfrm>
        </p:spPr>
        <p:txBody>
          <a:bodyPr/>
          <a:lstStyle/>
          <a:p>
            <a:pPr eaLnBrk="1" hangingPunct="1">
              <a:lnSpc>
                <a:spcPct val="80000"/>
              </a:lnSpc>
              <a:buFont typeface="Wingdings" panose="05000000000000000000" pitchFamily="2" charset="2"/>
              <a:buNone/>
              <a:defRPr/>
            </a:pPr>
            <a:r>
              <a:rPr lang="ru-RU" sz="2000" dirty="0"/>
              <a:t>Если мы по каким-то причинам хотим предотвратить появление аннотаций или вариантов внутри заголовков, мы можем добавить </a:t>
            </a:r>
            <a:r>
              <a:rPr lang="ru-RU" sz="2000" dirty="0">
                <a:solidFill>
                  <a:schemeClr val="folHlink"/>
                </a:solidFill>
              </a:rPr>
              <a:t>исключающее исключение</a:t>
            </a:r>
            <a:r>
              <a:rPr lang="ru-RU" sz="2000" dirty="0"/>
              <a:t> к описанию &lt;</a:t>
            </a:r>
            <a:r>
              <a:rPr lang="ru-RU" sz="2000" dirty="0" err="1"/>
              <a:t>title</a:t>
            </a:r>
            <a:r>
              <a:rPr lang="ru-RU" sz="2000" dirty="0"/>
              <a:t>&gt;: </a:t>
            </a:r>
            <a:endParaRPr lang="en-US" sz="2000" dirty="0"/>
          </a:p>
          <a:p>
            <a:pPr eaLnBrk="1" hangingPunct="1">
              <a:lnSpc>
                <a:spcPct val="80000"/>
              </a:lnSpc>
              <a:defRPr/>
            </a:pPr>
            <a:endParaRPr lang="en-US" sz="2000" dirty="0"/>
          </a:p>
          <a:p>
            <a:pPr eaLnBrk="1" hangingPunct="1">
              <a:lnSpc>
                <a:spcPct val="80000"/>
              </a:lnSpc>
              <a:buFont typeface="Wingdings" panose="05000000000000000000" pitchFamily="2" charset="2"/>
              <a:buNone/>
              <a:defRPr/>
            </a:pPr>
            <a:r>
              <a:rPr lang="en-US" sz="2400" dirty="0">
                <a:solidFill>
                  <a:srgbClr val="FFFF00"/>
                </a:solidFill>
              </a:rPr>
              <a:t>&lt;!ELEMENT title  - O  (#PCDATA)  -(note | variant) &gt;</a:t>
            </a:r>
            <a:r>
              <a:rPr lang="ru-RU" sz="2400" dirty="0">
                <a:solidFill>
                  <a:srgbClr val="FFFF00"/>
                </a:solidFill>
              </a:rPr>
              <a:t> </a:t>
            </a:r>
            <a:endParaRPr lang="en-US" sz="2400" dirty="0">
              <a:solidFill>
                <a:srgbClr val="FFFF00"/>
              </a:solidFill>
            </a:endParaRPr>
          </a:p>
          <a:p>
            <a:pPr eaLnBrk="1" hangingPunct="1">
              <a:lnSpc>
                <a:spcPct val="80000"/>
              </a:lnSpc>
              <a:defRPr/>
            </a:pPr>
            <a:endParaRPr lang="en-US" sz="2000" dirty="0"/>
          </a:p>
          <a:p>
            <a:pPr eaLnBrk="1" hangingPunct="1">
              <a:lnSpc>
                <a:spcPct val="80000"/>
              </a:lnSpc>
              <a:buFont typeface="Wingdings" panose="05000000000000000000" pitchFamily="2" charset="2"/>
              <a:buNone/>
              <a:defRPr/>
            </a:pPr>
            <a:r>
              <a:rPr lang="ru-RU" sz="2000" dirty="0"/>
              <a:t>Знак минус перед списком названий (NOTE | VARIANT) означает, что это "исключающее" исключение. Теперь аннотациям и вариантам запрещено появляться внутри заголовков, невзирая на их потенциальное включение, подразумеваемое предыдущей добавкой к модели содержимого для </a:t>
            </a:r>
            <a:r>
              <a:rPr lang="ru-RU" sz="2000" b="1" dirty="0"/>
              <a:t>&lt;</a:t>
            </a:r>
            <a:r>
              <a:rPr lang="ru-RU" sz="2000" b="1" dirty="0" err="1"/>
              <a:t>poem</a:t>
            </a:r>
            <a:r>
              <a:rPr lang="ru-RU" sz="2000" b="1" dirty="0"/>
              <a:t>&gt;</a:t>
            </a:r>
            <a:r>
              <a:rPr lang="ru-RU" sz="2000" dirty="0"/>
              <a:t>. </a:t>
            </a:r>
            <a:endParaRPr lang="en-US" sz="2000" dirty="0"/>
          </a:p>
          <a:p>
            <a:pPr eaLnBrk="1" hangingPunct="1">
              <a:lnSpc>
                <a:spcPct val="80000"/>
              </a:lnSpc>
              <a:buFont typeface="Wingdings" panose="05000000000000000000" pitchFamily="2" charset="2"/>
              <a:buNone/>
              <a:defRPr/>
            </a:pPr>
            <a:endParaRPr lang="ru-RU" sz="2000" dirty="0"/>
          </a:p>
          <a:p>
            <a:pPr eaLnBrk="1" hangingPunct="1">
              <a:lnSpc>
                <a:spcPct val="80000"/>
              </a:lnSpc>
              <a:buFont typeface="Wingdings" panose="05000000000000000000" pitchFamily="2" charset="2"/>
              <a:buNone/>
              <a:defRPr/>
            </a:pPr>
            <a:r>
              <a:rPr lang="ru-RU" sz="2000" dirty="0"/>
              <a:t>      Аналогичным образом мы можем избежать вложенности аннотаций и вариантов самих в себя, модифицировав вышеприведенное их описание таким образом: </a:t>
            </a:r>
            <a:endParaRPr lang="en-US" sz="2000" dirty="0"/>
          </a:p>
          <a:p>
            <a:pPr eaLnBrk="1" hangingPunct="1">
              <a:lnSpc>
                <a:spcPct val="80000"/>
              </a:lnSpc>
              <a:defRPr/>
            </a:pPr>
            <a:endParaRPr lang="en-US" sz="2000" dirty="0"/>
          </a:p>
          <a:p>
            <a:pPr eaLnBrk="1" hangingPunct="1">
              <a:lnSpc>
                <a:spcPct val="80000"/>
              </a:lnSpc>
              <a:buFont typeface="Wingdings" panose="05000000000000000000" pitchFamily="2" charset="2"/>
              <a:buNone/>
              <a:defRPr/>
            </a:pPr>
            <a:r>
              <a:rPr lang="en-US" sz="2000" dirty="0">
                <a:solidFill>
                  <a:srgbClr val="FFFF00"/>
                </a:solidFill>
                <a:effectLst/>
              </a:rPr>
              <a:t>&lt;!ELEMENT (note | variant) - - (#PCDATA)  -(note | variant) &gt;</a:t>
            </a:r>
            <a:r>
              <a:rPr lang="ru-RU" sz="2000" dirty="0">
                <a:solidFill>
                  <a:srgbClr val="FFFF00"/>
                </a:solidFill>
                <a:effectLst/>
              </a:rPr>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17BB95CD-14F9-48CB-AA98-45F07D888B03}"/>
              </a:ext>
            </a:extLst>
          </p:cNvPr>
          <p:cNvSpPr>
            <a:spLocks noGrp="1" noChangeArrowheads="1"/>
          </p:cNvSpPr>
          <p:nvPr>
            <p:ph type="title"/>
          </p:nvPr>
        </p:nvSpPr>
        <p:spPr/>
        <p:txBody>
          <a:bodyPr/>
          <a:lstStyle/>
          <a:p>
            <a:pPr eaLnBrk="1" hangingPunct="1">
              <a:defRPr/>
            </a:pPr>
            <a:r>
              <a:rPr lang="ru-RU" u="sng"/>
              <a:t>Альтернативные структуры</a:t>
            </a:r>
            <a:r>
              <a:rPr lang="ru-RU"/>
              <a:t> </a:t>
            </a:r>
          </a:p>
        </p:txBody>
      </p:sp>
      <p:sp>
        <p:nvSpPr>
          <p:cNvPr id="95235" name="Rectangle 3">
            <a:extLst>
              <a:ext uri="{FF2B5EF4-FFF2-40B4-BE49-F238E27FC236}">
                <a16:creationId xmlns:a16="http://schemas.microsoft.com/office/drawing/2014/main" id="{EA6136E2-E584-48CB-8160-8690D8F4442A}"/>
              </a:ext>
            </a:extLst>
          </p:cNvPr>
          <p:cNvSpPr>
            <a:spLocks noGrp="1" noChangeArrowheads="1"/>
          </p:cNvSpPr>
          <p:nvPr>
            <p:ph type="body" idx="1"/>
          </p:nvPr>
        </p:nvSpPr>
        <p:spPr>
          <a:xfrm>
            <a:off x="468313" y="1981200"/>
            <a:ext cx="8424862" cy="4616450"/>
          </a:xfrm>
        </p:spPr>
        <p:txBody>
          <a:bodyPr/>
          <a:lstStyle/>
          <a:p>
            <a:pPr eaLnBrk="1" hangingPunct="1">
              <a:buFont typeface="Wingdings" panose="05000000000000000000" pitchFamily="2" charset="2"/>
              <a:buNone/>
              <a:defRPr/>
            </a:pPr>
            <a:r>
              <a:rPr lang="ru-RU"/>
              <a:t>     </a:t>
            </a:r>
          </a:p>
          <a:p>
            <a:pPr eaLnBrk="1" hangingPunct="1">
              <a:defRPr/>
            </a:pPr>
            <a:endParaRPr lang="ru-RU"/>
          </a:p>
          <a:p>
            <a:pPr eaLnBrk="1" hangingPunct="1">
              <a:defRPr/>
            </a:pPr>
            <a:r>
              <a:rPr lang="ru-RU"/>
              <a:t> Все структуры, которые мы до сих пор обсуждали, были просто иерархическими: то есть, на каждом уровне дерева каждый узел целиком содержался в родительском узле.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a:extLst>
              <a:ext uri="{FF2B5EF4-FFF2-40B4-BE49-F238E27FC236}">
                <a16:creationId xmlns:a16="http://schemas.microsoft.com/office/drawing/2014/main" id="{85E245A9-A54D-4B7C-81D1-A7C985AE2643}"/>
              </a:ext>
            </a:extLst>
          </p:cNvPr>
          <p:cNvSpPr>
            <a:spLocks noGrp="1" noChangeArrowheads="1"/>
          </p:cNvSpPr>
          <p:nvPr>
            <p:ph type="body" idx="1"/>
          </p:nvPr>
        </p:nvSpPr>
        <p:spPr>
          <a:xfrm>
            <a:off x="539750" y="260350"/>
            <a:ext cx="8424863" cy="6337300"/>
          </a:xfrm>
        </p:spPr>
        <p:txBody>
          <a:bodyPr/>
          <a:lstStyle/>
          <a:p>
            <a:pPr eaLnBrk="1" hangingPunct="1">
              <a:lnSpc>
                <a:spcPct val="90000"/>
              </a:lnSpc>
              <a:buFont typeface="Wingdings" panose="05000000000000000000" pitchFamily="2" charset="2"/>
              <a:buNone/>
            </a:pPr>
            <a:r>
              <a:rPr lang="ru-RU" altLang="ru-RU" sz="2400">
                <a:effectLst/>
              </a:rPr>
              <a:t>Для каждого иерархического дерева, в которое отображается текст, должно быть создано отдельное определение типа документа. Определение, которое мы до сих пор выстроили для антологии, полностью выглядит так: </a:t>
            </a:r>
            <a:endParaRPr lang="en-US" altLang="ru-RU" sz="2400">
              <a:effectLst/>
            </a:endParaRPr>
          </a:p>
          <a:p>
            <a:pPr eaLnBrk="1" hangingPunct="1">
              <a:lnSpc>
                <a:spcPct val="90000"/>
              </a:lnSpc>
              <a:buFont typeface="Wingdings" panose="05000000000000000000" pitchFamily="2" charset="2"/>
              <a:buNone/>
            </a:pPr>
            <a:endParaRPr lang="ru-RU" altLang="ru-RU" sz="2400">
              <a:effectLst/>
            </a:endParaRPr>
          </a:p>
          <a:p>
            <a:pPr eaLnBrk="1" hangingPunct="1">
              <a:lnSpc>
                <a:spcPct val="90000"/>
              </a:lnSpc>
              <a:buFont typeface="Wingdings" panose="05000000000000000000" pitchFamily="2" charset="2"/>
              <a:buNone/>
            </a:pPr>
            <a:r>
              <a:rPr lang="ru-RU" altLang="ru-RU" sz="2400">
                <a:effectLst/>
              </a:rPr>
              <a:t>   </a:t>
            </a:r>
            <a:r>
              <a:rPr lang="en-US" altLang="ru-RU" sz="2400">
                <a:effectLst/>
              </a:rPr>
              <a:t>&lt;!DOCTYPE anthology [    </a:t>
            </a:r>
          </a:p>
          <a:p>
            <a:pPr eaLnBrk="1" hangingPunct="1">
              <a:lnSpc>
                <a:spcPct val="90000"/>
              </a:lnSpc>
              <a:buFont typeface="Wingdings" panose="05000000000000000000" pitchFamily="2" charset="2"/>
              <a:buNone/>
            </a:pPr>
            <a:r>
              <a:rPr lang="en-US" altLang="ru-RU" sz="2400">
                <a:effectLst/>
              </a:rPr>
              <a:t>&lt;!ELEMENT anthology      - -  (poem+)             &gt;    </a:t>
            </a:r>
          </a:p>
          <a:p>
            <a:pPr eaLnBrk="1" hangingPunct="1">
              <a:lnSpc>
                <a:spcPct val="90000"/>
              </a:lnSpc>
              <a:buFont typeface="Wingdings" panose="05000000000000000000" pitchFamily="2" charset="2"/>
              <a:buNone/>
            </a:pPr>
            <a:r>
              <a:rPr lang="en-US" altLang="ru-RU" sz="2400">
                <a:effectLst/>
              </a:rPr>
              <a:t>&lt;!ELEMENT poem           - -  (title?, stanza+)   &gt;    </a:t>
            </a:r>
          </a:p>
          <a:p>
            <a:pPr eaLnBrk="1" hangingPunct="1">
              <a:lnSpc>
                <a:spcPct val="90000"/>
              </a:lnSpc>
              <a:buFont typeface="Wingdings" panose="05000000000000000000" pitchFamily="2" charset="2"/>
              <a:buNone/>
            </a:pPr>
            <a:r>
              <a:rPr lang="en-US" altLang="ru-RU" sz="2400">
                <a:effectLst/>
              </a:rPr>
              <a:t>&lt;!ELEMENT stanza         - O  (line+)             &gt;    </a:t>
            </a:r>
          </a:p>
          <a:p>
            <a:pPr eaLnBrk="1" hangingPunct="1">
              <a:lnSpc>
                <a:spcPct val="90000"/>
              </a:lnSpc>
              <a:buFont typeface="Wingdings" panose="05000000000000000000" pitchFamily="2" charset="2"/>
              <a:buNone/>
            </a:pPr>
            <a:r>
              <a:rPr lang="en-US" altLang="ru-RU" sz="2400">
                <a:effectLst/>
              </a:rPr>
              <a:t>&lt;!ELEMENT (title | line) - O  (#PCDATA)           &gt;    </a:t>
            </a:r>
            <a:r>
              <a:rPr lang="ru-RU" altLang="ru-RU" sz="2400">
                <a:effectLst/>
              </a:rPr>
              <a:t>]&gt;</a:t>
            </a:r>
          </a:p>
          <a:p>
            <a:pPr eaLnBrk="1" hangingPunct="1">
              <a:lnSpc>
                <a:spcPct val="90000"/>
              </a:lnSpc>
              <a:buFont typeface="Wingdings" panose="05000000000000000000" pitchFamily="2" charset="2"/>
              <a:buNone/>
            </a:pPr>
            <a:endParaRPr lang="en-US" altLang="ru-RU" sz="2400">
              <a:effectLst/>
            </a:endParaRPr>
          </a:p>
          <a:p>
            <a:pPr eaLnBrk="1" hangingPunct="1">
              <a:lnSpc>
                <a:spcPct val="90000"/>
              </a:lnSpc>
              <a:buFont typeface="Wingdings" panose="05000000000000000000" pitchFamily="2" charset="2"/>
              <a:buNone/>
            </a:pPr>
            <a:r>
              <a:rPr lang="ru-RU" altLang="ru-RU" sz="2400">
                <a:effectLst/>
              </a:rPr>
              <a:t>Как показывает этот пример, название типа документа всегда должно совпадать с названием самого верхнего элемента иерархии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3">
            <a:extLst>
              <a:ext uri="{FF2B5EF4-FFF2-40B4-BE49-F238E27FC236}">
                <a16:creationId xmlns:a16="http://schemas.microsoft.com/office/drawing/2014/main" id="{BE2C4062-EC57-4E4A-9538-62714CE77A7E}"/>
              </a:ext>
            </a:extLst>
          </p:cNvPr>
          <p:cNvSpPr>
            <a:spLocks noGrp="1" noChangeArrowheads="1"/>
          </p:cNvSpPr>
          <p:nvPr>
            <p:ph type="body" idx="1"/>
          </p:nvPr>
        </p:nvSpPr>
        <p:spPr>
          <a:xfrm>
            <a:off x="323850" y="333375"/>
            <a:ext cx="8640763" cy="6264275"/>
          </a:xfrm>
        </p:spPr>
        <p:txBody>
          <a:bodyPr/>
          <a:lstStyle/>
          <a:p>
            <a:pPr eaLnBrk="1" hangingPunct="1">
              <a:defRPr/>
            </a:pPr>
            <a:r>
              <a:rPr lang="ru-RU" sz="2800"/>
              <a:t>Давайте теперь добавим к этому описанию второе определение для параллельного типа документа, который мы назовем постраничной антологией или </a:t>
            </a:r>
            <a:r>
              <a:rPr lang="ru-RU" sz="2800" b="1"/>
              <a:t>&lt;p.anth&gt;</a:t>
            </a:r>
            <a:r>
              <a:rPr lang="ru-RU" sz="2800"/>
              <a:t> (Точка в имени элемента служит, как правило, для структурирования пространства имен и никакого специального значения не имеет: </a:t>
            </a:r>
          </a:p>
          <a:p>
            <a:pPr eaLnBrk="1" hangingPunct="1">
              <a:defRPr/>
            </a:pPr>
            <a:r>
              <a:rPr lang="ru-RU" sz="2800"/>
              <a:t>    &lt;!DOCTYPE p.anth [   </a:t>
            </a:r>
            <a:endParaRPr lang="en-US" sz="2800"/>
          </a:p>
          <a:p>
            <a:pPr eaLnBrk="1" hangingPunct="1">
              <a:defRPr/>
            </a:pPr>
            <a:r>
              <a:rPr lang="ru-RU" sz="2800"/>
              <a:t> </a:t>
            </a:r>
            <a:r>
              <a:rPr lang="en-US" sz="2800"/>
              <a:t>&lt;!ELEMENT p.anth         - - (page+)          &gt;   </a:t>
            </a:r>
          </a:p>
          <a:p>
            <a:pPr eaLnBrk="1" hangingPunct="1">
              <a:defRPr/>
            </a:pPr>
            <a:r>
              <a:rPr lang="en-US" sz="2800"/>
              <a:t> &lt;!ELEMENT page       - -   ((title?, line+)+)   &gt;   </a:t>
            </a:r>
          </a:p>
          <a:p>
            <a:pPr eaLnBrk="1" hangingPunct="1">
              <a:defRPr/>
            </a:pPr>
            <a:r>
              <a:rPr lang="en-US" sz="2800"/>
              <a:t> &lt;!ELEMENT (title | line)  - O  (#PCDATA)       &gt;</a:t>
            </a:r>
            <a:r>
              <a:rPr lang="ru-RU" sz="2800"/>
              <a:t>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3">
            <a:extLst>
              <a:ext uri="{FF2B5EF4-FFF2-40B4-BE49-F238E27FC236}">
                <a16:creationId xmlns:a16="http://schemas.microsoft.com/office/drawing/2014/main" id="{02F40587-DA86-484B-AA85-78C120D56BFC}"/>
              </a:ext>
            </a:extLst>
          </p:cNvPr>
          <p:cNvSpPr>
            <a:spLocks noGrp="1" noChangeArrowheads="1"/>
          </p:cNvSpPr>
          <p:nvPr>
            <p:ph type="body" idx="1"/>
          </p:nvPr>
        </p:nvSpPr>
        <p:spPr>
          <a:xfrm>
            <a:off x="611188" y="260350"/>
            <a:ext cx="8532812" cy="6264275"/>
          </a:xfrm>
        </p:spPr>
        <p:txBody>
          <a:bodyPr/>
          <a:lstStyle/>
          <a:p>
            <a:pPr marL="609600" indent="-609600" eaLnBrk="1" hangingPunct="1">
              <a:buFont typeface="Wingdings" panose="05000000000000000000" pitchFamily="2" charset="2"/>
              <a:buNone/>
              <a:defRPr/>
            </a:pPr>
            <a:r>
              <a:rPr lang="ru-RU" sz="2800"/>
              <a:t>        Теперь мы определили два разных способа смотреть на один базовый текст -- компоненты #PCDATA, группируемые обоими определениями типа документа в строки или заголовки. </a:t>
            </a:r>
          </a:p>
          <a:p>
            <a:pPr marL="609600" indent="-609600" eaLnBrk="1" hangingPunct="1">
              <a:buFont typeface="Wingdings" panose="05000000000000000000" pitchFamily="2" charset="2"/>
              <a:buAutoNum type="arabicPeriod"/>
              <a:defRPr/>
            </a:pPr>
            <a:r>
              <a:rPr lang="ru-RU" sz="2800" i="1">
                <a:effectLst/>
              </a:rPr>
              <a:t>С одной точки зрения строки собираются в строфы и стихотворения; </a:t>
            </a:r>
          </a:p>
          <a:p>
            <a:pPr marL="609600" indent="-609600" eaLnBrk="1" hangingPunct="1">
              <a:buFont typeface="Wingdings" panose="05000000000000000000" pitchFamily="2" charset="2"/>
              <a:buAutoNum type="arabicPeriod"/>
              <a:defRPr/>
            </a:pPr>
            <a:r>
              <a:rPr lang="ru-RU" sz="2800" i="1">
                <a:effectLst/>
              </a:rPr>
              <a:t>с другой -- они собираются только в страницы.</a:t>
            </a:r>
            <a:r>
              <a:rPr lang="ru-RU" sz="2800"/>
              <a:t> </a:t>
            </a:r>
          </a:p>
          <a:p>
            <a:pPr marL="609600" indent="-609600" eaLnBrk="1" hangingPunct="1">
              <a:buFont typeface="Wingdings" panose="05000000000000000000" pitchFamily="2" charset="2"/>
              <a:buNone/>
              <a:defRPr/>
            </a:pPr>
            <a:r>
              <a:rPr lang="ru-RU" sz="2800"/>
              <a:t>        Заметим, что с обоих точек мы смотрим на тот же самый текст: две иерархии просто позволяют нам структурировать его двумя разными способами.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3">
            <a:extLst>
              <a:ext uri="{FF2B5EF4-FFF2-40B4-BE49-F238E27FC236}">
                <a16:creationId xmlns:a16="http://schemas.microsoft.com/office/drawing/2014/main" id="{40395C2D-15DA-4873-948D-F09FD6D57813}"/>
              </a:ext>
            </a:extLst>
          </p:cNvPr>
          <p:cNvSpPr>
            <a:spLocks noGrp="1" noChangeArrowheads="1"/>
          </p:cNvSpPr>
          <p:nvPr>
            <p:ph type="body" idx="1"/>
          </p:nvPr>
        </p:nvSpPr>
        <p:spPr>
          <a:xfrm>
            <a:off x="179388" y="260350"/>
            <a:ext cx="8856662" cy="6337300"/>
          </a:xfrm>
        </p:spPr>
        <p:txBody>
          <a:bodyPr/>
          <a:lstStyle/>
          <a:p>
            <a:pPr eaLnBrk="1" hangingPunct="1">
              <a:lnSpc>
                <a:spcPct val="80000"/>
              </a:lnSpc>
              <a:buFont typeface="Wingdings" panose="05000000000000000000" pitchFamily="2" charset="2"/>
              <a:buNone/>
              <a:defRPr/>
            </a:pPr>
            <a:r>
              <a:rPr lang="ru-RU" sz="2400"/>
              <a:t>      Чтобы разметить оба представления одновременно, необходимо будет обозначить, к какой иерархии принадлежит каждый элемент. </a:t>
            </a:r>
          </a:p>
          <a:p>
            <a:pPr eaLnBrk="1" hangingPunct="1">
              <a:lnSpc>
                <a:spcPct val="80000"/>
              </a:lnSpc>
              <a:buFont typeface="Wingdings" panose="05000000000000000000" pitchFamily="2" charset="2"/>
              <a:buNone/>
              <a:defRPr/>
            </a:pPr>
            <a:r>
              <a:rPr lang="ru-RU" sz="2400"/>
              <a:t>       Это делается с помощью указания имени типа документа (представления) в круглых скобках непосредственно перед идентификатором, как в открывающей, так и в закрывающей метках. </a:t>
            </a:r>
          </a:p>
          <a:p>
            <a:pPr eaLnBrk="1" hangingPunct="1">
              <a:lnSpc>
                <a:spcPct val="80000"/>
              </a:lnSpc>
              <a:buFont typeface="Wingdings" panose="05000000000000000000" pitchFamily="2" charset="2"/>
              <a:buNone/>
              <a:defRPr/>
            </a:pPr>
            <a:r>
              <a:rPr lang="ru-RU" sz="2400"/>
              <a:t>          Так, страницы (видимые только в типе документа </a:t>
            </a:r>
            <a:r>
              <a:rPr lang="ru-RU" sz="2400" b="1"/>
              <a:t>&lt;p.anth&gt;</a:t>
            </a:r>
            <a:r>
              <a:rPr lang="ru-RU" sz="2400"/>
              <a:t>) должны размечаться меткой </a:t>
            </a:r>
            <a:r>
              <a:rPr lang="ru-RU" sz="2400" b="1"/>
              <a:t>&lt;(p.anth)page&gt;</a:t>
            </a:r>
            <a:r>
              <a:rPr lang="ru-RU" sz="2400"/>
              <a:t> в начале и </a:t>
            </a:r>
            <a:r>
              <a:rPr lang="ru-RU" sz="2400" b="1"/>
              <a:t>&lt;/(p.anth)page&gt;</a:t>
            </a:r>
            <a:r>
              <a:rPr lang="ru-RU" sz="2400"/>
              <a:t> в конце. </a:t>
            </a:r>
            <a:endParaRPr lang="en-US" sz="2400"/>
          </a:p>
          <a:p>
            <a:pPr eaLnBrk="1" hangingPunct="1">
              <a:lnSpc>
                <a:spcPct val="80000"/>
              </a:lnSpc>
              <a:buFont typeface="Wingdings" panose="05000000000000000000" pitchFamily="2" charset="2"/>
              <a:buNone/>
              <a:defRPr/>
            </a:pPr>
            <a:r>
              <a:rPr lang="ru-RU" sz="2400"/>
              <a:t>        Таким же образом, так как стихотворения и строфы появляются только в типе документов </a:t>
            </a:r>
            <a:r>
              <a:rPr lang="ru-RU" sz="2400" b="1"/>
              <a:t>&lt;anthology&gt;</a:t>
            </a:r>
            <a:r>
              <a:rPr lang="ru-RU" sz="2400"/>
              <a:t>, они должны размечаться с использованием меток </a:t>
            </a:r>
            <a:r>
              <a:rPr lang="ru-RU" sz="2400" b="1"/>
              <a:t>&lt;(anthology)poem&gt;</a:t>
            </a:r>
            <a:r>
              <a:rPr lang="ru-RU" sz="2400"/>
              <a:t> и </a:t>
            </a:r>
            <a:r>
              <a:rPr lang="ru-RU" sz="2400" b="1"/>
              <a:t>&lt;(anthology)stanza&gt;</a:t>
            </a:r>
            <a:r>
              <a:rPr lang="ru-RU" sz="2400"/>
              <a:t>, соответственно. </a:t>
            </a:r>
          </a:p>
          <a:p>
            <a:pPr eaLnBrk="1" hangingPunct="1">
              <a:lnSpc>
                <a:spcPct val="80000"/>
              </a:lnSpc>
              <a:buFont typeface="Wingdings" panose="05000000000000000000" pitchFamily="2" charset="2"/>
              <a:buNone/>
              <a:defRPr/>
            </a:pPr>
            <a:r>
              <a:rPr lang="ru-RU" sz="2400"/>
              <a:t>        Однако, для элементов строк и заголовков, появляющихся в обеих иерархиях, не нужно задавать тип документа: каждая метка, содержащая только название, подразумевается отмечающей элемент, присутствующий во всех типах документов.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3">
            <a:extLst>
              <a:ext uri="{FF2B5EF4-FFF2-40B4-BE49-F238E27FC236}">
                <a16:creationId xmlns:a16="http://schemas.microsoft.com/office/drawing/2014/main" id="{A5A79722-30DF-4309-875F-2ACB00BB333C}"/>
              </a:ext>
            </a:extLst>
          </p:cNvPr>
          <p:cNvSpPr>
            <a:spLocks noGrp="1" noChangeArrowheads="1"/>
          </p:cNvSpPr>
          <p:nvPr>
            <p:ph type="body" idx="1"/>
          </p:nvPr>
        </p:nvSpPr>
        <p:spPr>
          <a:xfrm>
            <a:off x="323850" y="260350"/>
            <a:ext cx="8820150" cy="6264275"/>
          </a:xfrm>
        </p:spPr>
        <p:txBody>
          <a:bodyPr/>
          <a:lstStyle/>
          <a:p>
            <a:pPr eaLnBrk="1" hangingPunct="1">
              <a:lnSpc>
                <a:spcPct val="80000"/>
              </a:lnSpc>
              <a:buFont typeface="Wingdings" panose="05000000000000000000" pitchFamily="2" charset="2"/>
              <a:buNone/>
              <a:defRPr/>
            </a:pPr>
            <a:r>
              <a:rPr lang="en-US" sz="2000"/>
              <a:t>&lt;(anthology)anthology&gt;    </a:t>
            </a:r>
          </a:p>
          <a:p>
            <a:pPr eaLnBrk="1" hangingPunct="1">
              <a:lnSpc>
                <a:spcPct val="80000"/>
              </a:lnSpc>
              <a:buFont typeface="Wingdings" panose="05000000000000000000" pitchFamily="2" charset="2"/>
              <a:buNone/>
              <a:defRPr/>
            </a:pPr>
            <a:r>
              <a:rPr lang="en-US" sz="2000"/>
              <a:t>&lt;(p.anth)p.anth&gt;    </a:t>
            </a:r>
          </a:p>
          <a:p>
            <a:pPr eaLnBrk="1" hangingPunct="1">
              <a:lnSpc>
                <a:spcPct val="80000"/>
              </a:lnSpc>
              <a:buFont typeface="Wingdings" panose="05000000000000000000" pitchFamily="2" charset="2"/>
              <a:buNone/>
              <a:defRPr/>
            </a:pPr>
            <a:r>
              <a:rPr lang="en-US" sz="2000"/>
              <a:t>&lt;(p.anth)page&gt;     </a:t>
            </a:r>
          </a:p>
          <a:p>
            <a:pPr eaLnBrk="1" hangingPunct="1">
              <a:lnSpc>
                <a:spcPct val="80000"/>
              </a:lnSpc>
              <a:buFont typeface="Wingdings" panose="05000000000000000000" pitchFamily="2" charset="2"/>
              <a:buNone/>
              <a:defRPr/>
            </a:pPr>
            <a:r>
              <a:rPr lang="ru-RU" sz="2000"/>
              <a:t>&lt;!--      тут прочие заголовки и строки этой страницы  --&gt;          </a:t>
            </a:r>
            <a:endParaRPr lang="en-US" sz="2000"/>
          </a:p>
          <a:p>
            <a:pPr eaLnBrk="1" hangingPunct="1">
              <a:lnSpc>
                <a:spcPct val="80000"/>
              </a:lnSpc>
              <a:buFont typeface="Wingdings" panose="05000000000000000000" pitchFamily="2" charset="2"/>
              <a:buNone/>
              <a:defRPr/>
            </a:pPr>
            <a:r>
              <a:rPr lang="en-US" sz="2000"/>
              <a:t>&lt;(anthology)poem&gt;&lt;title&gt;The SICK ROSE         </a:t>
            </a:r>
          </a:p>
          <a:p>
            <a:pPr eaLnBrk="1" hangingPunct="1">
              <a:lnSpc>
                <a:spcPct val="80000"/>
              </a:lnSpc>
              <a:buFont typeface="Wingdings" panose="05000000000000000000" pitchFamily="2" charset="2"/>
              <a:buNone/>
              <a:defRPr/>
            </a:pPr>
            <a:r>
              <a:rPr lang="en-US" sz="2000"/>
              <a:t>&lt;(anthology)stanza&gt;        </a:t>
            </a:r>
          </a:p>
          <a:p>
            <a:pPr eaLnBrk="1" hangingPunct="1">
              <a:lnSpc>
                <a:spcPct val="80000"/>
              </a:lnSpc>
              <a:buFont typeface="Wingdings" panose="05000000000000000000" pitchFamily="2" charset="2"/>
              <a:buNone/>
              <a:defRPr/>
            </a:pPr>
            <a:r>
              <a:rPr lang="en-US" sz="2000"/>
              <a:t>      &lt;line&gt;O Rose thou art sick.            </a:t>
            </a:r>
          </a:p>
          <a:p>
            <a:pPr eaLnBrk="1" hangingPunct="1">
              <a:lnSpc>
                <a:spcPct val="80000"/>
              </a:lnSpc>
              <a:buFont typeface="Wingdings" panose="05000000000000000000" pitchFamily="2" charset="2"/>
              <a:buNone/>
              <a:defRPr/>
            </a:pPr>
            <a:r>
              <a:rPr lang="en-US" sz="2000"/>
              <a:t>  &lt;line&gt;The invisible worm,   </a:t>
            </a:r>
          </a:p>
          <a:p>
            <a:pPr eaLnBrk="1" hangingPunct="1">
              <a:lnSpc>
                <a:spcPct val="80000"/>
              </a:lnSpc>
              <a:buFont typeface="Wingdings" panose="05000000000000000000" pitchFamily="2" charset="2"/>
              <a:buNone/>
              <a:defRPr/>
            </a:pPr>
            <a:r>
              <a:rPr lang="en-US" sz="2000"/>
              <a:t> &lt;/(p.anth)page&gt;    </a:t>
            </a:r>
          </a:p>
          <a:p>
            <a:pPr eaLnBrk="1" hangingPunct="1">
              <a:lnSpc>
                <a:spcPct val="80000"/>
              </a:lnSpc>
              <a:buFont typeface="Wingdings" panose="05000000000000000000" pitchFamily="2" charset="2"/>
              <a:buNone/>
              <a:defRPr/>
            </a:pPr>
            <a:r>
              <a:rPr lang="en-US" sz="2000"/>
              <a:t>&lt;(p.anth)page&gt;            </a:t>
            </a:r>
          </a:p>
          <a:p>
            <a:pPr eaLnBrk="1" hangingPunct="1">
              <a:lnSpc>
                <a:spcPct val="80000"/>
              </a:lnSpc>
              <a:buFont typeface="Wingdings" panose="05000000000000000000" pitchFamily="2" charset="2"/>
              <a:buNone/>
              <a:defRPr/>
            </a:pPr>
            <a:r>
              <a:rPr lang="en-US" sz="2000"/>
              <a:t>  &lt;line&gt;That flies in the night          </a:t>
            </a:r>
          </a:p>
          <a:p>
            <a:pPr eaLnBrk="1" hangingPunct="1">
              <a:lnSpc>
                <a:spcPct val="80000"/>
              </a:lnSpc>
              <a:buFont typeface="Wingdings" panose="05000000000000000000" pitchFamily="2" charset="2"/>
              <a:buNone/>
              <a:defRPr/>
            </a:pPr>
            <a:r>
              <a:rPr lang="en-US" sz="2000"/>
              <a:t>    &lt;line&gt;In the howling storm:      </a:t>
            </a:r>
          </a:p>
          <a:p>
            <a:pPr eaLnBrk="1" hangingPunct="1">
              <a:lnSpc>
                <a:spcPct val="80000"/>
              </a:lnSpc>
              <a:buFont typeface="Wingdings" panose="05000000000000000000" pitchFamily="2" charset="2"/>
              <a:buNone/>
              <a:defRPr/>
            </a:pPr>
            <a:r>
              <a:rPr lang="en-US" sz="2000"/>
              <a:t>   &lt;(anthology)stanza&gt;            </a:t>
            </a:r>
          </a:p>
          <a:p>
            <a:pPr eaLnBrk="1" hangingPunct="1">
              <a:lnSpc>
                <a:spcPct val="80000"/>
              </a:lnSpc>
              <a:buFont typeface="Wingdings" panose="05000000000000000000" pitchFamily="2" charset="2"/>
              <a:buNone/>
              <a:defRPr/>
            </a:pPr>
            <a:r>
              <a:rPr lang="en-US" sz="2000"/>
              <a:t>  &lt;line&gt;Has found out thy bed           </a:t>
            </a:r>
          </a:p>
          <a:p>
            <a:pPr eaLnBrk="1" hangingPunct="1">
              <a:lnSpc>
                <a:spcPct val="80000"/>
              </a:lnSpc>
              <a:buFont typeface="Wingdings" panose="05000000000000000000" pitchFamily="2" charset="2"/>
              <a:buNone/>
              <a:defRPr/>
            </a:pPr>
            <a:r>
              <a:rPr lang="en-US" sz="2000"/>
              <a:t>   &lt;line&gt;Of crimson joy:              </a:t>
            </a:r>
          </a:p>
          <a:p>
            <a:pPr eaLnBrk="1" hangingPunct="1">
              <a:lnSpc>
                <a:spcPct val="80000"/>
              </a:lnSpc>
              <a:buFont typeface="Wingdings" panose="05000000000000000000" pitchFamily="2" charset="2"/>
              <a:buNone/>
              <a:defRPr/>
            </a:pPr>
            <a:r>
              <a:rPr lang="en-US" sz="2000"/>
              <a:t>&lt;line&gt;And his dark secret love          </a:t>
            </a:r>
          </a:p>
          <a:p>
            <a:pPr eaLnBrk="1" hangingPunct="1">
              <a:lnSpc>
                <a:spcPct val="80000"/>
              </a:lnSpc>
              <a:buFont typeface="Wingdings" panose="05000000000000000000" pitchFamily="2" charset="2"/>
              <a:buNone/>
              <a:defRPr/>
            </a:pPr>
            <a:r>
              <a:rPr lang="en-US" sz="2000"/>
              <a:t>    &lt;line&gt;Does thy life destroy.      </a:t>
            </a:r>
          </a:p>
          <a:p>
            <a:pPr eaLnBrk="1" hangingPunct="1">
              <a:lnSpc>
                <a:spcPct val="80000"/>
              </a:lnSpc>
              <a:buFont typeface="Wingdings" panose="05000000000000000000" pitchFamily="2" charset="2"/>
              <a:buNone/>
              <a:defRPr/>
            </a:pPr>
            <a:r>
              <a:rPr lang="en-US" sz="2000"/>
              <a:t>   </a:t>
            </a:r>
            <a:r>
              <a:rPr lang="ru-RU" sz="2000"/>
              <a:t>&lt;/(anthology)poem&gt;   </a:t>
            </a:r>
            <a:endParaRPr lang="en-US" sz="2000"/>
          </a:p>
          <a:p>
            <a:pPr eaLnBrk="1" hangingPunct="1">
              <a:lnSpc>
                <a:spcPct val="80000"/>
              </a:lnSpc>
              <a:buFont typeface="Wingdings" panose="05000000000000000000" pitchFamily="2" charset="2"/>
              <a:buNone/>
              <a:defRPr/>
            </a:pPr>
            <a:r>
              <a:rPr lang="ru-RU" sz="2000"/>
              <a:t>  &lt;!--      тут остаток материала на этой странице    --&gt;    </a:t>
            </a:r>
            <a:endParaRPr lang="en-US" sz="2000"/>
          </a:p>
          <a:p>
            <a:pPr eaLnBrk="1" hangingPunct="1">
              <a:lnSpc>
                <a:spcPct val="80000"/>
              </a:lnSpc>
              <a:buFont typeface="Wingdings" panose="05000000000000000000" pitchFamily="2" charset="2"/>
              <a:buNone/>
              <a:defRPr/>
            </a:pPr>
            <a:r>
              <a:rPr lang="en-US" sz="2000"/>
              <a:t>&lt;/(p.anth)page&gt;     &lt;/(p.anth)p.anth)    </a:t>
            </a:r>
            <a:r>
              <a:rPr lang="ru-RU" sz="2000"/>
              <a:t>&lt;/(anthology)anthology&gt;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3">
            <a:extLst>
              <a:ext uri="{FF2B5EF4-FFF2-40B4-BE49-F238E27FC236}">
                <a16:creationId xmlns:a16="http://schemas.microsoft.com/office/drawing/2014/main" id="{627F467A-1A04-43C6-A696-049B9D0A8EEC}"/>
              </a:ext>
            </a:extLst>
          </p:cNvPr>
          <p:cNvSpPr>
            <a:spLocks noGrp="1" noChangeArrowheads="1"/>
          </p:cNvSpPr>
          <p:nvPr>
            <p:ph type="body" idx="1"/>
          </p:nvPr>
        </p:nvSpPr>
        <p:spPr>
          <a:xfrm>
            <a:off x="395288" y="333375"/>
            <a:ext cx="8569325" cy="6264275"/>
          </a:xfrm>
        </p:spPr>
        <p:txBody>
          <a:bodyPr/>
          <a:lstStyle/>
          <a:p>
            <a:pPr eaLnBrk="1" hangingPunct="1">
              <a:lnSpc>
                <a:spcPct val="90000"/>
              </a:lnSpc>
              <a:buFont typeface="Wingdings" panose="05000000000000000000" pitchFamily="2" charset="2"/>
              <a:buNone/>
              <a:defRPr/>
            </a:pPr>
            <a:r>
              <a:rPr lang="ru-RU" sz="2800">
                <a:effectLst/>
              </a:rPr>
              <a:t>      Теперь возможно выбирать только элементы, относящиеся к определенному представлению текста, несмотря на то, что оба они представлены в разметке.         </a:t>
            </a:r>
          </a:p>
          <a:p>
            <a:pPr eaLnBrk="1" hangingPunct="1">
              <a:lnSpc>
                <a:spcPct val="90000"/>
              </a:lnSpc>
              <a:buFont typeface="Wingdings" panose="05000000000000000000" pitchFamily="2" charset="2"/>
              <a:buNone/>
              <a:defRPr/>
            </a:pPr>
            <a:r>
              <a:rPr lang="ru-RU" sz="2800">
                <a:effectLst/>
              </a:rPr>
              <a:t>        Приложение, интересующееся только разбиением на страницы, будет видеть только элементы, чьи метки включают спецификацию P.ANTH или не включают спецификации вообще. </a:t>
            </a:r>
          </a:p>
          <a:p>
            <a:pPr eaLnBrk="1" hangingPunct="1">
              <a:lnSpc>
                <a:spcPct val="90000"/>
              </a:lnSpc>
              <a:buFont typeface="Wingdings" panose="05000000000000000000" pitchFamily="2" charset="2"/>
              <a:buNone/>
              <a:defRPr/>
            </a:pPr>
            <a:r>
              <a:rPr lang="ru-RU" sz="2800">
                <a:effectLst/>
              </a:rPr>
              <a:t>         Приложение, интересующееся только представлением ANTHOLOGY, не будет видеть границы страниц. </a:t>
            </a:r>
          </a:p>
          <a:p>
            <a:pPr eaLnBrk="1" hangingPunct="1">
              <a:lnSpc>
                <a:spcPct val="90000"/>
              </a:lnSpc>
              <a:buFont typeface="Wingdings" panose="05000000000000000000" pitchFamily="2" charset="2"/>
              <a:buNone/>
              <a:defRPr/>
            </a:pPr>
            <a:r>
              <a:rPr lang="ru-RU" sz="2800">
                <a:effectLst/>
              </a:rPr>
              <a:t>          А приложение, интересующееся взаимосвязью обоих представлений, может это делать без неоднозначности.</a:t>
            </a:r>
            <a:r>
              <a:rPr lang="ru-RU" sz="2800"/>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E599F8A3-EA7F-4210-91DC-87B825DB4D3D}"/>
              </a:ext>
            </a:extLst>
          </p:cNvPr>
          <p:cNvSpPr>
            <a:spLocks noGrp="1" noChangeArrowheads="1"/>
          </p:cNvSpPr>
          <p:nvPr>
            <p:ph type="title"/>
          </p:nvPr>
        </p:nvSpPr>
        <p:spPr>
          <a:xfrm>
            <a:off x="1066800" y="304800"/>
            <a:ext cx="7543800" cy="892175"/>
          </a:xfrm>
        </p:spPr>
        <p:txBody>
          <a:bodyPr/>
          <a:lstStyle/>
          <a:p>
            <a:pPr algn="ctr" eaLnBrk="1" hangingPunct="1"/>
            <a:r>
              <a:rPr lang="ru-RU" altLang="ru-RU" sz="4000">
                <a:effectLst/>
              </a:rPr>
              <a:t>Атрибуты</a:t>
            </a:r>
            <a:br>
              <a:rPr lang="ru-RU" altLang="ru-RU" sz="4000">
                <a:effectLst/>
              </a:rPr>
            </a:br>
            <a:endParaRPr lang="ru-RU" altLang="ru-RU" sz="4000">
              <a:effectLst/>
            </a:endParaRPr>
          </a:p>
        </p:txBody>
      </p:sp>
      <p:sp>
        <p:nvSpPr>
          <p:cNvPr id="111619" name="Rectangle 3">
            <a:extLst>
              <a:ext uri="{FF2B5EF4-FFF2-40B4-BE49-F238E27FC236}">
                <a16:creationId xmlns:a16="http://schemas.microsoft.com/office/drawing/2014/main" id="{9EB93521-92FD-4DF6-9EEC-4B1E3EBDEC85}"/>
              </a:ext>
            </a:extLst>
          </p:cNvPr>
          <p:cNvSpPr>
            <a:spLocks noGrp="1" noChangeArrowheads="1"/>
          </p:cNvSpPr>
          <p:nvPr>
            <p:ph type="body" idx="1"/>
          </p:nvPr>
        </p:nvSpPr>
        <p:spPr>
          <a:xfrm>
            <a:off x="395288" y="1052513"/>
            <a:ext cx="8569325" cy="5472112"/>
          </a:xfrm>
        </p:spPr>
        <p:txBody>
          <a:bodyPr/>
          <a:lstStyle/>
          <a:p>
            <a:pPr eaLnBrk="1" hangingPunct="1">
              <a:lnSpc>
                <a:spcPct val="80000"/>
              </a:lnSpc>
              <a:buFont typeface="Wingdings" panose="05000000000000000000" pitchFamily="2" charset="2"/>
              <a:buNone/>
              <a:defRPr/>
            </a:pPr>
            <a:r>
              <a:rPr lang="ru-RU" sz="2800"/>
              <a:t>      В контексте SGML, слово </a:t>
            </a:r>
            <a:r>
              <a:rPr lang="ru-RU" sz="2800" i="1">
                <a:solidFill>
                  <a:schemeClr val="folHlink"/>
                </a:solidFill>
              </a:rPr>
              <a:t>атрибут</a:t>
            </a:r>
            <a:r>
              <a:rPr lang="ru-RU" sz="2800"/>
              <a:t> (</a:t>
            </a:r>
            <a:r>
              <a:rPr lang="ru-RU" sz="2800" i="1"/>
              <a:t>attribute</a:t>
            </a:r>
            <a:r>
              <a:rPr lang="ru-RU" sz="2800"/>
              <a:t>), подобно другим, имеет строгий технический смысл. Оно используется для </a:t>
            </a:r>
            <a:r>
              <a:rPr lang="ru-RU" sz="2800">
                <a:solidFill>
                  <a:schemeClr val="folHlink"/>
                </a:solidFill>
              </a:rPr>
              <a:t>описания информации, являющейся в каком-либо смысле описательной для конкретного появления элемента, но не являющейся частью его содержимого</a:t>
            </a:r>
            <a:r>
              <a:rPr lang="ru-RU" sz="2800"/>
              <a:t>. </a:t>
            </a:r>
          </a:p>
          <a:p>
            <a:pPr eaLnBrk="1" hangingPunct="1">
              <a:lnSpc>
                <a:spcPct val="80000"/>
              </a:lnSpc>
              <a:buFont typeface="Wingdings" panose="05000000000000000000" pitchFamily="2" charset="2"/>
              <a:buNone/>
              <a:defRPr/>
            </a:pPr>
            <a:r>
              <a:rPr lang="ru-RU" sz="2800"/>
              <a:t>        Например, можно добавить атрибут </a:t>
            </a:r>
            <a:r>
              <a:rPr lang="ru-RU" sz="2800" i="1"/>
              <a:t>status</a:t>
            </a:r>
            <a:r>
              <a:rPr lang="ru-RU" sz="2800"/>
              <a:t> к экземплярам некоторых элементов для обозначения степени их достоверности, или добавить атрибут </a:t>
            </a:r>
            <a:r>
              <a:rPr lang="ru-RU" sz="2800" i="1"/>
              <a:t>identifier</a:t>
            </a:r>
            <a:r>
              <a:rPr lang="ru-RU" sz="2800"/>
              <a:t>, так что можно будет ссылаться на конкретное появление элемента из других мест документа. Атрибуты полезны именно в таких случаях.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3">
            <a:extLst>
              <a:ext uri="{FF2B5EF4-FFF2-40B4-BE49-F238E27FC236}">
                <a16:creationId xmlns:a16="http://schemas.microsoft.com/office/drawing/2014/main" id="{EDB22F67-F569-46DE-A64A-C89BD94EBD15}"/>
              </a:ext>
            </a:extLst>
          </p:cNvPr>
          <p:cNvSpPr>
            <a:spLocks noGrp="1" noChangeArrowheads="1"/>
          </p:cNvSpPr>
          <p:nvPr>
            <p:ph type="body" idx="1"/>
          </p:nvPr>
        </p:nvSpPr>
        <p:spPr>
          <a:xfrm>
            <a:off x="395288" y="333375"/>
            <a:ext cx="8215312" cy="6335713"/>
          </a:xfrm>
        </p:spPr>
        <p:txBody>
          <a:bodyPr/>
          <a:lstStyle/>
          <a:p>
            <a:pPr eaLnBrk="1" hangingPunct="1">
              <a:lnSpc>
                <a:spcPct val="80000"/>
              </a:lnSpc>
              <a:buFont typeface="Wingdings" panose="05000000000000000000" pitchFamily="2" charset="2"/>
              <a:buNone/>
              <a:defRPr/>
            </a:pPr>
            <a:r>
              <a:rPr lang="ru-RU" sz="2000" dirty="0"/>
              <a:t>      Хотя разные элементы могут иметь атрибуты с одинаковыми названиями, эти атрибуты всегда считаются различными и могут иметь различные присваиваемые им значения.</a:t>
            </a:r>
          </a:p>
          <a:p>
            <a:pPr eaLnBrk="1" hangingPunct="1">
              <a:lnSpc>
                <a:spcPct val="80000"/>
              </a:lnSpc>
              <a:buFont typeface="Wingdings" panose="05000000000000000000" pitchFamily="2" charset="2"/>
              <a:buNone/>
              <a:defRPr/>
            </a:pPr>
            <a:r>
              <a:rPr lang="ru-RU" sz="2000" dirty="0"/>
              <a:t>           </a:t>
            </a:r>
            <a:r>
              <a:rPr lang="ru-RU" sz="2000" dirty="0">
                <a:solidFill>
                  <a:schemeClr val="folHlink"/>
                </a:solidFill>
              </a:rPr>
              <a:t>Если элемент определен имеющим атрибуты, значения атрибутов задаются в документе как </a:t>
            </a:r>
            <a:r>
              <a:rPr lang="ru-RU" sz="2000" b="1" i="1" dirty="0">
                <a:solidFill>
                  <a:schemeClr val="folHlink"/>
                </a:solidFill>
              </a:rPr>
              <a:t>пары атрибут-значение</a:t>
            </a:r>
            <a:r>
              <a:rPr lang="ru-RU" sz="2000" dirty="0">
                <a:solidFill>
                  <a:schemeClr val="folHlink"/>
                </a:solidFill>
              </a:rPr>
              <a:t> внутри открывающей метки экземпляра элемента. Закрывающая метка не может содержать спецификаций атрибут-значение, так как это было бы излишним.</a:t>
            </a:r>
            <a:r>
              <a:rPr lang="ru-RU" sz="2000" dirty="0"/>
              <a:t> </a:t>
            </a:r>
            <a:endParaRPr lang="en-US" sz="2000" dirty="0"/>
          </a:p>
          <a:p>
            <a:pPr eaLnBrk="1" hangingPunct="1">
              <a:lnSpc>
                <a:spcPct val="80000"/>
              </a:lnSpc>
              <a:buFont typeface="Wingdings" panose="05000000000000000000" pitchFamily="2" charset="2"/>
              <a:buNone/>
              <a:defRPr/>
            </a:pPr>
            <a:r>
              <a:rPr lang="ru-RU" sz="2000" dirty="0"/>
              <a:t>      Например</a:t>
            </a:r>
            <a:r>
              <a:rPr lang="en-US" sz="2000" dirty="0"/>
              <a:t>: </a:t>
            </a:r>
          </a:p>
          <a:p>
            <a:pPr eaLnBrk="1" hangingPunct="1">
              <a:lnSpc>
                <a:spcPct val="80000"/>
              </a:lnSpc>
              <a:buFont typeface="Wingdings" panose="05000000000000000000" pitchFamily="2" charset="2"/>
              <a:buNone/>
              <a:defRPr/>
            </a:pPr>
            <a:endParaRPr lang="en-US" sz="2000" dirty="0"/>
          </a:p>
          <a:p>
            <a:pPr eaLnBrk="1" hangingPunct="1">
              <a:lnSpc>
                <a:spcPct val="80000"/>
              </a:lnSpc>
              <a:buFont typeface="Wingdings" panose="05000000000000000000" pitchFamily="2" charset="2"/>
              <a:buNone/>
              <a:defRPr/>
            </a:pPr>
            <a:r>
              <a:rPr lang="en-US" sz="2400" dirty="0">
                <a:solidFill>
                  <a:srgbClr val="FFFF00"/>
                </a:solidFill>
              </a:rPr>
              <a:t>&lt;poem id=P1 status="draft"&gt; ... </a:t>
            </a:r>
            <a:r>
              <a:rPr lang="ru-RU" sz="2400" dirty="0">
                <a:solidFill>
                  <a:srgbClr val="FFFF00"/>
                </a:solidFill>
              </a:rPr>
              <a:t>&lt;/</a:t>
            </a:r>
            <a:r>
              <a:rPr lang="ru-RU" sz="2400" dirty="0" err="1">
                <a:solidFill>
                  <a:srgbClr val="FFFF00"/>
                </a:solidFill>
              </a:rPr>
              <a:t>poem</a:t>
            </a:r>
            <a:r>
              <a:rPr lang="ru-RU" sz="2400" dirty="0">
                <a:solidFill>
                  <a:srgbClr val="FFFF00"/>
                </a:solidFill>
              </a:rPr>
              <a:t>&gt;</a:t>
            </a:r>
            <a:endParaRPr lang="en-US" sz="2400" dirty="0">
              <a:solidFill>
                <a:srgbClr val="FFFF00"/>
              </a:solidFill>
            </a:endParaRPr>
          </a:p>
          <a:p>
            <a:pPr eaLnBrk="1" hangingPunct="1">
              <a:lnSpc>
                <a:spcPct val="80000"/>
              </a:lnSpc>
              <a:buFont typeface="Wingdings" panose="05000000000000000000" pitchFamily="2" charset="2"/>
              <a:buNone/>
              <a:defRPr/>
            </a:pPr>
            <a:endParaRPr lang="en-US" sz="2000" dirty="0"/>
          </a:p>
          <a:p>
            <a:pPr eaLnBrk="1" hangingPunct="1">
              <a:lnSpc>
                <a:spcPct val="80000"/>
              </a:lnSpc>
              <a:buFont typeface="Wingdings" panose="05000000000000000000" pitchFamily="2" charset="2"/>
              <a:buNone/>
              <a:defRPr/>
            </a:pPr>
            <a:r>
              <a:rPr lang="ru-RU" sz="2000" dirty="0"/>
              <a:t>Элемент </a:t>
            </a:r>
            <a:r>
              <a:rPr lang="ru-RU" sz="2000" b="1" dirty="0"/>
              <a:t>&lt;</a:t>
            </a:r>
            <a:r>
              <a:rPr lang="ru-RU" sz="2000" b="1" dirty="0" err="1"/>
              <a:t>poem</a:t>
            </a:r>
            <a:r>
              <a:rPr lang="ru-RU" sz="2000" b="1" dirty="0"/>
              <a:t>&gt;</a:t>
            </a:r>
            <a:r>
              <a:rPr lang="ru-RU" sz="2000" dirty="0"/>
              <a:t> определен имеющим два атрибута: </a:t>
            </a:r>
            <a:r>
              <a:rPr lang="ru-RU" sz="2000" i="1" dirty="0" err="1"/>
              <a:t>id</a:t>
            </a:r>
            <a:r>
              <a:rPr lang="ru-RU" sz="2000" dirty="0"/>
              <a:t> и </a:t>
            </a:r>
            <a:r>
              <a:rPr lang="ru-RU" sz="2000" i="1" dirty="0" err="1"/>
              <a:t>status</a:t>
            </a:r>
            <a:r>
              <a:rPr lang="ru-RU" sz="2000" dirty="0"/>
              <a:t>. Для экземпляра </a:t>
            </a:r>
            <a:r>
              <a:rPr lang="ru-RU" sz="2000" b="1" dirty="0"/>
              <a:t>&lt;</a:t>
            </a:r>
            <a:r>
              <a:rPr lang="ru-RU" sz="2000" b="1" dirty="0" err="1"/>
              <a:t>poem</a:t>
            </a:r>
            <a:r>
              <a:rPr lang="ru-RU" sz="2000" b="1" dirty="0"/>
              <a:t>&gt;</a:t>
            </a:r>
            <a:r>
              <a:rPr lang="ru-RU" sz="2000" dirty="0"/>
              <a:t> в этом примере, представленного многоточием, атрибут </a:t>
            </a:r>
            <a:r>
              <a:rPr lang="ru-RU" sz="2000" i="1" dirty="0" err="1"/>
              <a:t>id</a:t>
            </a:r>
            <a:r>
              <a:rPr lang="ru-RU" sz="2000" dirty="0"/>
              <a:t> имеет значение P1, а атрибут </a:t>
            </a:r>
            <a:r>
              <a:rPr lang="ru-RU" sz="2000" i="1" dirty="0" err="1"/>
              <a:t>status</a:t>
            </a:r>
            <a:r>
              <a:rPr lang="ru-RU" sz="2000" dirty="0"/>
              <a:t> -- значение </a:t>
            </a:r>
            <a:r>
              <a:rPr lang="ru-RU" sz="2000" dirty="0" err="1"/>
              <a:t>draft</a:t>
            </a:r>
            <a:r>
              <a:rPr lang="ru-RU" sz="2000" dirty="0"/>
              <a:t>.</a:t>
            </a:r>
            <a:endParaRPr lang="en-US" sz="2000" dirty="0"/>
          </a:p>
          <a:p>
            <a:pPr eaLnBrk="1" hangingPunct="1">
              <a:lnSpc>
                <a:spcPct val="80000"/>
              </a:lnSpc>
              <a:buFont typeface="Wingdings" panose="05000000000000000000" pitchFamily="2" charset="2"/>
              <a:buNone/>
              <a:defRPr/>
            </a:pPr>
            <a:r>
              <a:rPr lang="ru-RU" sz="2000" dirty="0"/>
              <a:t> SGML-процессор может использовать значения атрибутов произвольным образом; например, </a:t>
            </a:r>
            <a:r>
              <a:rPr lang="ru-RU" sz="2000" dirty="0" err="1"/>
              <a:t>форматировщик</a:t>
            </a:r>
            <a:r>
              <a:rPr lang="ru-RU" sz="2000" dirty="0"/>
              <a:t> может печатать элементы стихотворения, имеющие значением атрибута </a:t>
            </a:r>
            <a:r>
              <a:rPr lang="ru-RU" sz="2000" i="1" dirty="0" err="1"/>
              <a:t>status</a:t>
            </a:r>
            <a:r>
              <a:rPr lang="ru-RU" sz="2000" dirty="0"/>
              <a:t> </a:t>
            </a:r>
            <a:r>
              <a:rPr lang="ru-RU" sz="2000" dirty="0" err="1"/>
              <a:t>draft</a:t>
            </a:r>
            <a:r>
              <a:rPr lang="ru-RU" sz="2000" dirty="0"/>
              <a:t> и </a:t>
            </a:r>
            <a:r>
              <a:rPr lang="ru-RU" sz="2000" dirty="0" err="1"/>
              <a:t>revised</a:t>
            </a:r>
            <a:r>
              <a:rPr lang="ru-RU" sz="2000" dirty="0"/>
              <a:t> по-разному; другой процессор может использовать тот же атрибут, чтобы определить, нужно ли вообще обрабатывать соответствующие элементы стихотворения.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3">
            <a:extLst>
              <a:ext uri="{FF2B5EF4-FFF2-40B4-BE49-F238E27FC236}">
                <a16:creationId xmlns:a16="http://schemas.microsoft.com/office/drawing/2014/main" id="{78EDEA8F-0E94-4B7F-9970-1CDA8EB969F8}"/>
              </a:ext>
            </a:extLst>
          </p:cNvPr>
          <p:cNvSpPr>
            <a:spLocks noGrp="1" noChangeArrowheads="1"/>
          </p:cNvSpPr>
          <p:nvPr>
            <p:ph type="body" idx="1"/>
          </p:nvPr>
        </p:nvSpPr>
        <p:spPr>
          <a:xfrm>
            <a:off x="468313" y="333375"/>
            <a:ext cx="8496300" cy="6119813"/>
          </a:xfrm>
        </p:spPr>
        <p:txBody>
          <a:bodyPr/>
          <a:lstStyle/>
          <a:p>
            <a:pPr eaLnBrk="1" hangingPunct="1">
              <a:buFont typeface="Wingdings" panose="05000000000000000000" pitchFamily="2" charset="2"/>
              <a:buNone/>
              <a:defRPr/>
            </a:pPr>
            <a:r>
              <a:rPr lang="ru-RU"/>
              <a:t>      Как и элементы, атрибуты описываются при объявлении типа документа, с использование довольно похожего синтаксиса. Кроме спецификации названия атрибута и элемента, к которому он относится, можно указать (в некоторых границах), какие виды значений приемлемы для атрибута, и каково его значение по умолчанию.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3">
            <a:extLst>
              <a:ext uri="{FF2B5EF4-FFF2-40B4-BE49-F238E27FC236}">
                <a16:creationId xmlns:a16="http://schemas.microsoft.com/office/drawing/2014/main" id="{DA24238C-4D57-4FAE-A83A-68E362F279E6}"/>
              </a:ext>
            </a:extLst>
          </p:cNvPr>
          <p:cNvSpPr>
            <a:spLocks noGrp="1" noChangeArrowheads="1"/>
          </p:cNvSpPr>
          <p:nvPr>
            <p:ph type="body" idx="1"/>
          </p:nvPr>
        </p:nvSpPr>
        <p:spPr>
          <a:xfrm>
            <a:off x="468313" y="260350"/>
            <a:ext cx="8118475" cy="6408738"/>
          </a:xfrm>
        </p:spPr>
        <p:txBody>
          <a:bodyPr/>
          <a:lstStyle/>
          <a:p>
            <a:pPr eaLnBrk="1" hangingPunct="1">
              <a:lnSpc>
                <a:spcPct val="80000"/>
              </a:lnSpc>
              <a:buFont typeface="Wingdings" panose="05000000000000000000" pitchFamily="2" charset="2"/>
              <a:buNone/>
              <a:defRPr/>
            </a:pPr>
            <a:r>
              <a:rPr lang="ru-RU" sz="1800" dirty="0"/>
              <a:t>      Для определения двух атрибутов, которые мы указывали выше у элемента </a:t>
            </a:r>
            <a:r>
              <a:rPr lang="ru-RU" sz="1800" b="1" dirty="0"/>
              <a:t>&lt;</a:t>
            </a:r>
            <a:r>
              <a:rPr lang="ru-RU" sz="1800" b="1" dirty="0" err="1"/>
              <a:t>poem</a:t>
            </a:r>
            <a:r>
              <a:rPr lang="ru-RU" sz="1800" b="1" dirty="0"/>
              <a:t>&gt;</a:t>
            </a:r>
            <a:r>
              <a:rPr lang="ru-RU" sz="1800" dirty="0"/>
              <a:t>, можно использовать следующие объявления: </a:t>
            </a:r>
            <a:endParaRPr lang="en-US" sz="1800" dirty="0"/>
          </a:p>
          <a:p>
            <a:pPr eaLnBrk="1" hangingPunct="1">
              <a:lnSpc>
                <a:spcPct val="80000"/>
              </a:lnSpc>
              <a:buFont typeface="Wingdings" panose="05000000000000000000" pitchFamily="2" charset="2"/>
              <a:buNone/>
              <a:defRPr/>
            </a:pPr>
            <a:r>
              <a:rPr lang="en-US" sz="2000" dirty="0">
                <a:solidFill>
                  <a:srgbClr val="FFFF00"/>
                </a:solidFill>
              </a:rPr>
              <a:t>&lt;!ATTLIST poem   </a:t>
            </a:r>
          </a:p>
          <a:p>
            <a:pPr eaLnBrk="1" hangingPunct="1">
              <a:lnSpc>
                <a:spcPct val="80000"/>
              </a:lnSpc>
              <a:buFont typeface="Wingdings" panose="05000000000000000000" pitchFamily="2" charset="2"/>
              <a:buNone/>
              <a:defRPr/>
            </a:pPr>
            <a:r>
              <a:rPr lang="en-US" sz="2000" dirty="0">
                <a:solidFill>
                  <a:srgbClr val="FFFF00"/>
                </a:solidFill>
              </a:rPr>
              <a:t>                         id     </a:t>
            </a:r>
            <a:r>
              <a:rPr lang="en-US" sz="2000" dirty="0" err="1">
                <a:solidFill>
                  <a:srgbClr val="FFFF00"/>
                </a:solidFill>
              </a:rPr>
              <a:t>ID</a:t>
            </a:r>
            <a:r>
              <a:rPr lang="en-US" sz="2000" dirty="0">
                <a:solidFill>
                  <a:srgbClr val="FFFF00"/>
                </a:solidFill>
              </a:rPr>
              <a:t>       #IMPLIED         </a:t>
            </a:r>
          </a:p>
          <a:p>
            <a:pPr eaLnBrk="1" hangingPunct="1">
              <a:lnSpc>
                <a:spcPct val="80000"/>
              </a:lnSpc>
              <a:buFont typeface="Wingdings" panose="05000000000000000000" pitchFamily="2" charset="2"/>
              <a:buNone/>
              <a:defRPr/>
            </a:pPr>
            <a:r>
              <a:rPr lang="en-US" sz="2000" dirty="0">
                <a:solidFill>
                  <a:srgbClr val="FFFF00"/>
                </a:solidFill>
              </a:rPr>
              <a:t>                        status   (draft | revised | published)   draft   &gt;</a:t>
            </a:r>
            <a:r>
              <a:rPr lang="ru-RU" sz="2000" dirty="0">
                <a:solidFill>
                  <a:srgbClr val="FFFF00"/>
                </a:solidFill>
              </a:rPr>
              <a:t> </a:t>
            </a:r>
            <a:r>
              <a:rPr lang="en-US" sz="2000" dirty="0">
                <a:solidFill>
                  <a:srgbClr val="FFFF00"/>
                </a:solidFill>
              </a:rPr>
              <a:t>    </a:t>
            </a:r>
          </a:p>
          <a:p>
            <a:pPr eaLnBrk="1" hangingPunct="1">
              <a:lnSpc>
                <a:spcPct val="80000"/>
              </a:lnSpc>
              <a:buFont typeface="Wingdings" panose="05000000000000000000" pitchFamily="2" charset="2"/>
              <a:buNone/>
              <a:defRPr/>
            </a:pPr>
            <a:r>
              <a:rPr lang="en-US" sz="1800" dirty="0">
                <a:solidFill>
                  <a:schemeClr val="folHlink"/>
                </a:solidFill>
              </a:rPr>
              <a:t>  </a:t>
            </a:r>
          </a:p>
          <a:p>
            <a:pPr eaLnBrk="1" hangingPunct="1">
              <a:lnSpc>
                <a:spcPct val="80000"/>
              </a:lnSpc>
              <a:buFont typeface="Wingdings" panose="05000000000000000000" pitchFamily="2" charset="2"/>
              <a:buNone/>
              <a:defRPr/>
            </a:pPr>
            <a:r>
              <a:rPr lang="ru-RU" sz="1800" dirty="0"/>
              <a:t>         Объявление начинается с символа </a:t>
            </a:r>
            <a:r>
              <a:rPr lang="ru-RU" sz="1800" b="1" dirty="0"/>
              <a:t>ATTLIST</a:t>
            </a:r>
            <a:r>
              <a:rPr lang="ru-RU" sz="1800" dirty="0"/>
              <a:t>, который открывает </a:t>
            </a:r>
            <a:r>
              <a:rPr lang="ru-RU" sz="1800" b="1" i="1" dirty="0"/>
              <a:t>спецификацию списка атрибутов</a:t>
            </a:r>
            <a:r>
              <a:rPr lang="ru-RU" sz="1800" dirty="0"/>
              <a:t> (</a:t>
            </a:r>
            <a:r>
              <a:rPr lang="ru-RU" sz="1800" i="1" dirty="0" err="1"/>
              <a:t>attribute</a:t>
            </a:r>
            <a:r>
              <a:rPr lang="ru-RU" sz="1800" i="1" dirty="0"/>
              <a:t> </a:t>
            </a:r>
            <a:r>
              <a:rPr lang="ru-RU" sz="1800" i="1" dirty="0" err="1"/>
              <a:t>list</a:t>
            </a:r>
            <a:r>
              <a:rPr lang="ru-RU" sz="1800" i="1" dirty="0"/>
              <a:t> </a:t>
            </a:r>
            <a:r>
              <a:rPr lang="ru-RU" sz="1800" i="1" dirty="0" err="1"/>
              <a:t>specification</a:t>
            </a:r>
            <a:r>
              <a:rPr lang="ru-RU" sz="1800" dirty="0"/>
              <a:t>). </a:t>
            </a:r>
            <a:endParaRPr lang="en-US" sz="1800" dirty="0"/>
          </a:p>
          <a:p>
            <a:pPr eaLnBrk="1" hangingPunct="1">
              <a:lnSpc>
                <a:spcPct val="80000"/>
              </a:lnSpc>
              <a:buFont typeface="Wingdings" panose="05000000000000000000" pitchFamily="2" charset="2"/>
              <a:buNone/>
              <a:defRPr/>
            </a:pPr>
            <a:r>
              <a:rPr lang="ru-RU" sz="1800" dirty="0"/>
              <a:t>        Первая его часть указывает рассматриваемый элемент (или элементы). В нашем примере атрибуты объявляются только для элемента </a:t>
            </a:r>
            <a:r>
              <a:rPr lang="ru-RU" sz="1800" b="1" dirty="0"/>
              <a:t>&lt;</a:t>
            </a:r>
            <a:r>
              <a:rPr lang="ru-RU" sz="1800" b="1" dirty="0" err="1"/>
              <a:t>poem</a:t>
            </a:r>
            <a:r>
              <a:rPr lang="ru-RU" sz="1800" b="1" dirty="0"/>
              <a:t>&gt;</a:t>
            </a:r>
            <a:r>
              <a:rPr lang="ru-RU" sz="1800" dirty="0"/>
              <a:t>. </a:t>
            </a:r>
          </a:p>
          <a:p>
            <a:pPr eaLnBrk="1" hangingPunct="1">
              <a:lnSpc>
                <a:spcPct val="80000"/>
              </a:lnSpc>
              <a:buFont typeface="Wingdings" panose="05000000000000000000" pitchFamily="2" charset="2"/>
              <a:buNone/>
              <a:defRPr/>
            </a:pPr>
            <a:r>
              <a:rPr lang="ru-RU" sz="1800" dirty="0"/>
              <a:t>        Если несколько элементов имеют одни и те же атрибуты, все они могут быть определены в одном объявлении. Для этого, точно так же, как и в объявлениях элементов, нужно задавать в круглых скобках список из нескольких названий. </a:t>
            </a:r>
          </a:p>
          <a:p>
            <a:pPr eaLnBrk="1" hangingPunct="1">
              <a:lnSpc>
                <a:spcPct val="80000"/>
              </a:lnSpc>
              <a:buFont typeface="Wingdings" panose="05000000000000000000" pitchFamily="2" charset="2"/>
              <a:buNone/>
              <a:defRPr/>
            </a:pPr>
            <a:r>
              <a:rPr lang="ru-RU" sz="1800" dirty="0"/>
              <a:t>            За названием (или списком) следует набор строк, где объявляются по одному атрибуты; каждое объявление содержит три части. </a:t>
            </a:r>
          </a:p>
          <a:p>
            <a:pPr eaLnBrk="1" hangingPunct="1">
              <a:lnSpc>
                <a:spcPct val="80000"/>
              </a:lnSpc>
              <a:buFont typeface="Wingdings" panose="05000000000000000000" pitchFamily="2" charset="2"/>
              <a:buNone/>
              <a:defRPr/>
            </a:pPr>
            <a:r>
              <a:rPr lang="ru-RU" sz="1800" dirty="0"/>
              <a:t>           Они задают </a:t>
            </a:r>
          </a:p>
          <a:p>
            <a:pPr eaLnBrk="1" hangingPunct="1">
              <a:lnSpc>
                <a:spcPct val="80000"/>
              </a:lnSpc>
              <a:buFont typeface="Wingdings" panose="05000000000000000000" pitchFamily="2" charset="2"/>
              <a:buAutoNum type="arabicPeriod"/>
              <a:defRPr/>
            </a:pPr>
            <a:r>
              <a:rPr lang="ru-RU" sz="1800" dirty="0">
                <a:effectLst/>
              </a:rPr>
              <a:t>название атрибута, </a:t>
            </a:r>
          </a:p>
          <a:p>
            <a:pPr eaLnBrk="1" hangingPunct="1">
              <a:lnSpc>
                <a:spcPct val="80000"/>
              </a:lnSpc>
              <a:buFont typeface="Wingdings" panose="05000000000000000000" pitchFamily="2" charset="2"/>
              <a:buAutoNum type="arabicPeriod"/>
              <a:defRPr/>
            </a:pPr>
            <a:r>
              <a:rPr lang="ru-RU" sz="1800" dirty="0">
                <a:effectLst/>
              </a:rPr>
              <a:t>тип принимаемых им значений и </a:t>
            </a:r>
          </a:p>
          <a:p>
            <a:pPr eaLnBrk="1" hangingPunct="1">
              <a:lnSpc>
                <a:spcPct val="80000"/>
              </a:lnSpc>
              <a:buFont typeface="Wingdings" panose="05000000000000000000" pitchFamily="2" charset="2"/>
              <a:buAutoNum type="arabicPeriod"/>
              <a:defRPr/>
            </a:pPr>
            <a:r>
              <a:rPr lang="ru-RU" sz="1800" dirty="0">
                <a:effectLst/>
              </a:rPr>
              <a:t>значение по умолчанию,</a:t>
            </a:r>
            <a:r>
              <a:rPr lang="ru-RU" sz="1800" dirty="0"/>
              <a:t>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3">
            <a:extLst>
              <a:ext uri="{FF2B5EF4-FFF2-40B4-BE49-F238E27FC236}">
                <a16:creationId xmlns:a16="http://schemas.microsoft.com/office/drawing/2014/main" id="{7ABD1E51-C12D-4841-99DF-CEC6F61BFA16}"/>
              </a:ext>
            </a:extLst>
          </p:cNvPr>
          <p:cNvSpPr>
            <a:spLocks noGrp="1" noChangeArrowheads="1"/>
          </p:cNvSpPr>
          <p:nvPr>
            <p:ph type="body" idx="1"/>
          </p:nvPr>
        </p:nvSpPr>
        <p:spPr>
          <a:xfrm>
            <a:off x="468313" y="260350"/>
            <a:ext cx="8496300" cy="6264275"/>
          </a:xfrm>
        </p:spPr>
        <p:txBody>
          <a:bodyPr/>
          <a:lstStyle/>
          <a:p>
            <a:pPr eaLnBrk="1" hangingPunct="1">
              <a:lnSpc>
                <a:spcPct val="80000"/>
              </a:lnSpc>
              <a:defRPr/>
            </a:pPr>
            <a:r>
              <a:rPr lang="ru-RU" sz="2800"/>
              <a:t>Названия атрибутов (</a:t>
            </a:r>
            <a:r>
              <a:rPr lang="ru-RU" sz="2800" i="1"/>
              <a:t>id</a:t>
            </a:r>
            <a:r>
              <a:rPr lang="ru-RU" sz="2800"/>
              <a:t> и </a:t>
            </a:r>
            <a:r>
              <a:rPr lang="ru-RU" sz="2800" i="1"/>
              <a:t>status</a:t>
            </a:r>
            <a:r>
              <a:rPr lang="ru-RU" sz="2800"/>
              <a:t> в этом примере) подпадают под те же ограничения, что и другие идентификаторы в SGML; однако, они должны быть уникальны не в пределах всего DTD, а только в пределах списка атрибутов данного элемента. </a:t>
            </a:r>
          </a:p>
          <a:p>
            <a:pPr eaLnBrk="1" hangingPunct="1">
              <a:lnSpc>
                <a:spcPct val="80000"/>
              </a:lnSpc>
              <a:defRPr/>
            </a:pPr>
            <a:r>
              <a:rPr lang="ru-RU" sz="2800"/>
              <a:t>      Вторая часть спецификации атрибута может принимать одну из двух форм, обе из которых показаны выше. В первом случае используется одно из нескольких ключевых слов, объявляя тип значений, принимаемых атрибутом. В примере фигурирует специальное ключевое слово </a:t>
            </a:r>
            <a:r>
              <a:rPr lang="ru-RU" sz="2800" b="1"/>
              <a:t>ID</a:t>
            </a:r>
            <a:r>
              <a:rPr lang="ru-RU" sz="2800"/>
              <a:t>, показывающее, что атрибут </a:t>
            </a:r>
            <a:r>
              <a:rPr lang="ru-RU" sz="2800" i="1"/>
              <a:t>ID</a:t>
            </a:r>
            <a:r>
              <a:rPr lang="ru-RU" sz="2800"/>
              <a:t> будет использоваться для указания уникального идентифицирующего значения для каждого стихотворения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3">
            <a:extLst>
              <a:ext uri="{FF2B5EF4-FFF2-40B4-BE49-F238E27FC236}">
                <a16:creationId xmlns:a16="http://schemas.microsoft.com/office/drawing/2014/main" id="{05832FFD-4928-4FB9-806A-151A042BCEF6}"/>
              </a:ext>
            </a:extLst>
          </p:cNvPr>
          <p:cNvSpPr>
            <a:spLocks noGrp="1" noChangeArrowheads="1"/>
          </p:cNvSpPr>
          <p:nvPr>
            <p:ph type="body" idx="1"/>
          </p:nvPr>
        </p:nvSpPr>
        <p:spPr>
          <a:xfrm>
            <a:off x="395288" y="260350"/>
            <a:ext cx="8569325" cy="6408738"/>
          </a:xfrm>
        </p:spPr>
        <p:txBody>
          <a:bodyPr/>
          <a:lstStyle/>
          <a:p>
            <a:pPr eaLnBrk="1" hangingPunct="1">
              <a:lnSpc>
                <a:spcPct val="90000"/>
              </a:lnSpc>
              <a:buFont typeface="Wingdings" panose="05000000000000000000" pitchFamily="2" charset="2"/>
              <a:buNone/>
              <a:defRPr/>
            </a:pPr>
            <a:r>
              <a:rPr lang="ru-RU" sz="2400"/>
              <a:t>Среди прочих ключевых слов SGML: </a:t>
            </a:r>
            <a:endParaRPr lang="ru-RU" sz="2400" b="1" u="sng"/>
          </a:p>
          <a:p>
            <a:pPr eaLnBrk="1" hangingPunct="1">
              <a:lnSpc>
                <a:spcPct val="90000"/>
              </a:lnSpc>
              <a:buFont typeface="Wingdings" panose="05000000000000000000" pitchFamily="2" charset="2"/>
              <a:buNone/>
              <a:defRPr/>
            </a:pPr>
            <a:r>
              <a:rPr lang="ru-RU" sz="2400" b="1" u="sng"/>
              <a:t>CDATA</a:t>
            </a:r>
            <a:r>
              <a:rPr lang="ru-RU" sz="2400" u="sng"/>
              <a:t> </a:t>
            </a:r>
            <a:endParaRPr lang="ru-RU" sz="2400"/>
          </a:p>
          <a:p>
            <a:pPr eaLnBrk="1" hangingPunct="1">
              <a:lnSpc>
                <a:spcPct val="90000"/>
              </a:lnSpc>
              <a:buFont typeface="Wingdings" panose="05000000000000000000" pitchFamily="2" charset="2"/>
              <a:buNone/>
              <a:defRPr/>
            </a:pPr>
            <a:r>
              <a:rPr lang="ru-RU" sz="2400"/>
              <a:t>Значение атрибута может содержать любые разрешенные символьные данные; в значение могут входить метки, но они не будут распознаны синтаксическим анализатором SGML и не будут обрабатываться как обычно. </a:t>
            </a:r>
            <a:endParaRPr lang="ru-RU" sz="2400" b="1" u="sng"/>
          </a:p>
          <a:p>
            <a:pPr eaLnBrk="1" hangingPunct="1">
              <a:lnSpc>
                <a:spcPct val="90000"/>
              </a:lnSpc>
              <a:buFont typeface="Wingdings" panose="05000000000000000000" pitchFamily="2" charset="2"/>
              <a:buNone/>
              <a:defRPr/>
            </a:pPr>
            <a:r>
              <a:rPr lang="ru-RU" sz="2400" b="1" u="sng"/>
              <a:t>IDREF</a:t>
            </a:r>
            <a:r>
              <a:rPr lang="ru-RU" sz="2400" u="sng"/>
              <a:t> </a:t>
            </a:r>
            <a:endParaRPr lang="ru-RU" sz="2400"/>
          </a:p>
          <a:p>
            <a:pPr eaLnBrk="1" hangingPunct="1">
              <a:lnSpc>
                <a:spcPct val="90000"/>
              </a:lnSpc>
              <a:buFont typeface="Wingdings" panose="05000000000000000000" pitchFamily="2" charset="2"/>
              <a:buNone/>
              <a:defRPr/>
            </a:pPr>
            <a:r>
              <a:rPr lang="ru-RU" sz="2400"/>
              <a:t>Значение атрибута должно содержать указатель на некоторый другой элемент (см. дальнейшее обсуждение ID). </a:t>
            </a:r>
            <a:endParaRPr lang="ru-RU" sz="2400" b="1" u="sng"/>
          </a:p>
          <a:p>
            <a:pPr eaLnBrk="1" hangingPunct="1">
              <a:lnSpc>
                <a:spcPct val="90000"/>
              </a:lnSpc>
              <a:buFont typeface="Wingdings" panose="05000000000000000000" pitchFamily="2" charset="2"/>
              <a:buNone/>
              <a:defRPr/>
            </a:pPr>
            <a:r>
              <a:rPr lang="ru-RU" sz="2400" b="1" u="sng"/>
              <a:t>NMTOKEN</a:t>
            </a:r>
            <a:r>
              <a:rPr lang="ru-RU" sz="2400" u="sng"/>
              <a:t> </a:t>
            </a:r>
            <a:endParaRPr lang="ru-RU" sz="2400"/>
          </a:p>
          <a:p>
            <a:pPr eaLnBrk="1" hangingPunct="1">
              <a:lnSpc>
                <a:spcPct val="90000"/>
              </a:lnSpc>
              <a:buFont typeface="Wingdings" panose="05000000000000000000" pitchFamily="2" charset="2"/>
              <a:buNone/>
              <a:defRPr/>
            </a:pPr>
            <a:r>
              <a:rPr lang="ru-RU" sz="2400"/>
              <a:t>Значение атрибута является </a:t>
            </a:r>
            <a:r>
              <a:rPr lang="ru-RU" sz="2400" b="1"/>
              <a:t>идентификатором</a:t>
            </a:r>
            <a:r>
              <a:rPr lang="ru-RU" sz="2400"/>
              <a:t> (name token), то есть (более или менее) произвольной строкой алфавитно-цифровых символов. </a:t>
            </a:r>
            <a:endParaRPr lang="ru-RU" sz="2400" b="1" u="sng"/>
          </a:p>
          <a:p>
            <a:pPr eaLnBrk="1" hangingPunct="1">
              <a:lnSpc>
                <a:spcPct val="90000"/>
              </a:lnSpc>
              <a:buFont typeface="Wingdings" panose="05000000000000000000" pitchFamily="2" charset="2"/>
              <a:buNone/>
              <a:defRPr/>
            </a:pPr>
            <a:r>
              <a:rPr lang="ru-RU" sz="2400" b="1" u="sng"/>
              <a:t>NUMBER</a:t>
            </a:r>
            <a:r>
              <a:rPr lang="ru-RU" sz="2400" u="sng"/>
              <a:t> </a:t>
            </a:r>
            <a:endParaRPr lang="ru-RU" sz="2400"/>
          </a:p>
          <a:p>
            <a:pPr eaLnBrk="1" hangingPunct="1">
              <a:lnSpc>
                <a:spcPct val="90000"/>
              </a:lnSpc>
              <a:buFont typeface="Wingdings" panose="05000000000000000000" pitchFamily="2" charset="2"/>
              <a:buNone/>
              <a:defRPr/>
            </a:pPr>
            <a:r>
              <a:rPr lang="ru-RU" sz="2400"/>
              <a:t>Значение атрибута состоит только из цифр.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3">
            <a:extLst>
              <a:ext uri="{FF2B5EF4-FFF2-40B4-BE49-F238E27FC236}">
                <a16:creationId xmlns:a16="http://schemas.microsoft.com/office/drawing/2014/main" id="{95121D82-2AAF-4AC9-8F4A-FDE81B72657E}"/>
              </a:ext>
            </a:extLst>
          </p:cNvPr>
          <p:cNvSpPr>
            <a:spLocks noGrp="1" noChangeArrowheads="1"/>
          </p:cNvSpPr>
          <p:nvPr>
            <p:ph type="body" idx="1"/>
          </p:nvPr>
        </p:nvSpPr>
        <p:spPr>
          <a:xfrm>
            <a:off x="250825" y="260350"/>
            <a:ext cx="8713788" cy="6481763"/>
          </a:xfrm>
        </p:spPr>
        <p:txBody>
          <a:bodyPr/>
          <a:lstStyle/>
          <a:p>
            <a:pPr eaLnBrk="1" hangingPunct="1">
              <a:lnSpc>
                <a:spcPct val="80000"/>
              </a:lnSpc>
              <a:buFont typeface="Wingdings" panose="05000000000000000000" pitchFamily="2" charset="2"/>
              <a:buNone/>
              <a:defRPr/>
            </a:pPr>
            <a:r>
              <a:rPr lang="ru-RU" sz="2400"/>
              <a:t>Последняя часть информации в каждом определении атрибута указывает, как анализатор должен интерпретировать отсутствие рассматриваемого атрибута. Это делается с помощью указания одного из нижеперечисленных ключевых слов или (как в данном случае) конкретного значения, которое трактуется как значение этого атрибута по умолчанию. В нашем примере, если стихотворение просто размечено как </a:t>
            </a:r>
            <a:r>
              <a:rPr lang="ru-RU" sz="2400" b="1"/>
              <a:t>&lt;poem&gt;</a:t>
            </a:r>
            <a:r>
              <a:rPr lang="ru-RU" sz="2400"/>
              <a:t>, анализатор будет трактовать его в точности как если бы оно было размечено как </a:t>
            </a:r>
            <a:r>
              <a:rPr lang="ru-RU" sz="2400" b="1"/>
              <a:t>&lt;poem status='draft'&gt;</a:t>
            </a:r>
            <a:r>
              <a:rPr lang="ru-RU" sz="2400"/>
              <a:t>. В ином случае, значение по умолчанию для атрибута может быть указано при помощи одного из следующих ключевых слов: </a:t>
            </a:r>
            <a:endParaRPr lang="ru-RU" sz="2400" b="1"/>
          </a:p>
          <a:p>
            <a:pPr eaLnBrk="1" hangingPunct="1">
              <a:lnSpc>
                <a:spcPct val="80000"/>
              </a:lnSpc>
              <a:buFont typeface="Wingdings" panose="05000000000000000000" pitchFamily="2" charset="2"/>
              <a:buNone/>
              <a:defRPr/>
            </a:pPr>
            <a:r>
              <a:rPr lang="ru-RU" sz="2400" b="1"/>
              <a:t>#REQUIRED </a:t>
            </a:r>
            <a:endParaRPr lang="ru-RU" sz="2400"/>
          </a:p>
          <a:p>
            <a:pPr eaLnBrk="1" hangingPunct="1">
              <a:lnSpc>
                <a:spcPct val="80000"/>
              </a:lnSpc>
              <a:buFont typeface="Wingdings" panose="05000000000000000000" pitchFamily="2" charset="2"/>
              <a:buNone/>
              <a:defRPr/>
            </a:pPr>
            <a:r>
              <a:rPr lang="ru-RU" sz="2400"/>
              <a:t>Значение должно быть указано. </a:t>
            </a:r>
            <a:endParaRPr lang="ru-RU" sz="2400" b="1"/>
          </a:p>
          <a:p>
            <a:pPr eaLnBrk="1" hangingPunct="1">
              <a:lnSpc>
                <a:spcPct val="80000"/>
              </a:lnSpc>
              <a:buFont typeface="Wingdings" panose="05000000000000000000" pitchFamily="2" charset="2"/>
              <a:buNone/>
              <a:defRPr/>
            </a:pPr>
            <a:r>
              <a:rPr lang="ru-RU" sz="2400" b="1"/>
              <a:t>#IMPLIED </a:t>
            </a:r>
            <a:endParaRPr lang="ru-RU" sz="2400"/>
          </a:p>
          <a:p>
            <a:pPr eaLnBrk="1" hangingPunct="1">
              <a:lnSpc>
                <a:spcPct val="80000"/>
              </a:lnSpc>
              <a:buFont typeface="Wingdings" panose="05000000000000000000" pitchFamily="2" charset="2"/>
              <a:buNone/>
              <a:defRPr/>
            </a:pPr>
            <a:r>
              <a:rPr lang="ru-RU" sz="2400"/>
              <a:t>Значение не обязано быть указано (как в случае ID выше). </a:t>
            </a:r>
            <a:endParaRPr lang="ru-RU" sz="2400" b="1"/>
          </a:p>
          <a:p>
            <a:pPr eaLnBrk="1" hangingPunct="1">
              <a:lnSpc>
                <a:spcPct val="80000"/>
              </a:lnSpc>
              <a:buFont typeface="Wingdings" panose="05000000000000000000" pitchFamily="2" charset="2"/>
              <a:buNone/>
              <a:defRPr/>
            </a:pPr>
            <a:r>
              <a:rPr lang="ru-RU" sz="2400" b="1"/>
              <a:t>#CURRENT </a:t>
            </a:r>
            <a:endParaRPr lang="ru-RU" sz="2400"/>
          </a:p>
          <a:p>
            <a:pPr eaLnBrk="1" hangingPunct="1">
              <a:lnSpc>
                <a:spcPct val="80000"/>
              </a:lnSpc>
              <a:buFont typeface="Wingdings" panose="05000000000000000000" pitchFamily="2" charset="2"/>
              <a:buNone/>
              <a:defRPr/>
            </a:pPr>
            <a:r>
              <a:rPr lang="ru-RU" sz="2400"/>
              <a:t>Если в данном появлении элемента не указано значения, использовать последнее указанное.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a:extLst>
              <a:ext uri="{FF2B5EF4-FFF2-40B4-BE49-F238E27FC236}">
                <a16:creationId xmlns:a16="http://schemas.microsoft.com/office/drawing/2014/main" id="{93AE0FB2-EA52-4701-A060-2D748D444139}"/>
              </a:ext>
            </a:extLst>
          </p:cNvPr>
          <p:cNvSpPr>
            <a:spLocks noGrp="1" noChangeArrowheads="1"/>
          </p:cNvSpPr>
          <p:nvPr>
            <p:ph type="body" idx="1"/>
          </p:nvPr>
        </p:nvSpPr>
        <p:spPr>
          <a:xfrm>
            <a:off x="395288" y="333375"/>
            <a:ext cx="8640762" cy="6264275"/>
          </a:xfrm>
        </p:spPr>
        <p:txBody>
          <a:bodyPr/>
          <a:lstStyle/>
          <a:p>
            <a:pPr eaLnBrk="1" hangingPunct="1">
              <a:lnSpc>
                <a:spcPct val="90000"/>
              </a:lnSpc>
              <a:buFont typeface="Wingdings" panose="05000000000000000000" pitchFamily="2" charset="2"/>
              <a:buNone/>
            </a:pPr>
            <a:r>
              <a:rPr lang="ru-RU" altLang="ru-RU" sz="2400">
                <a:effectLst/>
              </a:rPr>
              <a:t>      Например, если вышеприведенные определения атрибутов переписать в виде </a:t>
            </a:r>
            <a:endParaRPr lang="en-US" altLang="ru-RU" sz="2400">
              <a:effectLst/>
            </a:endParaRPr>
          </a:p>
          <a:p>
            <a:pPr eaLnBrk="1" hangingPunct="1">
              <a:lnSpc>
                <a:spcPct val="90000"/>
              </a:lnSpc>
              <a:buFont typeface="Wingdings" panose="05000000000000000000" pitchFamily="2" charset="2"/>
              <a:buNone/>
            </a:pPr>
            <a:r>
              <a:rPr lang="en-US" altLang="ru-RU" sz="2400">
                <a:effectLst/>
              </a:rPr>
              <a:t>&lt;!ATTLIST poem          id       ID                             #IMPLIED          status   (draft | revised | published)  #CURRENT      &gt;</a:t>
            </a:r>
            <a:r>
              <a:rPr lang="ru-RU" altLang="ru-RU" sz="2400">
                <a:effectLst/>
              </a:rPr>
              <a:t> то стихотворения, обозначенные в антологии просто как </a:t>
            </a:r>
            <a:r>
              <a:rPr lang="ru-RU" altLang="ru-RU" sz="2400" b="1">
                <a:effectLst/>
              </a:rPr>
              <a:t>&lt;poem&gt;</a:t>
            </a:r>
            <a:r>
              <a:rPr lang="ru-RU" altLang="ru-RU" sz="2400">
                <a:effectLst/>
              </a:rPr>
              <a:t>, будут трактоваться как если бы они имели тот же статус, что и предыдущее стихотворение. Если вместо </a:t>
            </a:r>
            <a:r>
              <a:rPr lang="ru-RU" altLang="ru-RU" sz="2400" b="1">
                <a:effectLst/>
              </a:rPr>
              <a:t>#CURRENT</a:t>
            </a:r>
            <a:r>
              <a:rPr lang="ru-RU" altLang="ru-RU" sz="2400">
                <a:effectLst/>
              </a:rPr>
              <a:t> употребить ключевое слово </a:t>
            </a:r>
            <a:r>
              <a:rPr lang="ru-RU" altLang="ru-RU" sz="2400" b="1">
                <a:effectLst/>
              </a:rPr>
              <a:t>#REQUIRED</a:t>
            </a:r>
            <a:r>
              <a:rPr lang="ru-RU" altLang="ru-RU" sz="2400">
                <a:effectLst/>
              </a:rPr>
              <a:t>, то анализатор будет считать такие стихотворения ошибочно размеченными, так же, как если значение будет отличаться от одного из draft, published, или revised. Использование </a:t>
            </a:r>
            <a:r>
              <a:rPr lang="ru-RU" altLang="ru-RU" sz="2400" b="1">
                <a:effectLst/>
              </a:rPr>
              <a:t>#CURRENT</a:t>
            </a:r>
            <a:r>
              <a:rPr lang="ru-RU" altLang="ru-RU" sz="2400">
                <a:effectLst/>
              </a:rPr>
              <a:t> подразумевает, что значение, указанное для этого атрибута у первого стихотворения, будет применяться ко всем следующим, пока не будет изменено новым значением. Следовательно, если статусы всех стихотворений одинаковы, то его нужно указывать только у первого. </a:t>
            </a:r>
          </a:p>
          <a:p>
            <a:pPr eaLnBrk="1" hangingPunct="1">
              <a:lnSpc>
                <a:spcPct val="90000"/>
              </a:lnSpc>
              <a:buFont typeface="Wingdings" panose="05000000000000000000" pitchFamily="2" charset="2"/>
              <a:buNone/>
            </a:pPr>
            <a:endParaRPr lang="ru-RU" altLang="ru-RU" sz="2400">
              <a:effectLst/>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1EE674B7-0ADA-4D4D-B2A9-99DB2D99B8F6}"/>
              </a:ext>
            </a:extLst>
          </p:cNvPr>
          <p:cNvSpPr>
            <a:spLocks noGrp="1" noChangeArrowheads="1"/>
          </p:cNvSpPr>
          <p:nvPr>
            <p:ph type="title"/>
          </p:nvPr>
        </p:nvSpPr>
        <p:spPr>
          <a:xfrm>
            <a:off x="1066800" y="304800"/>
            <a:ext cx="7543800" cy="1179513"/>
          </a:xfrm>
        </p:spPr>
        <p:txBody>
          <a:bodyPr/>
          <a:lstStyle/>
          <a:p>
            <a:pPr eaLnBrk="1" hangingPunct="1">
              <a:defRPr/>
            </a:pPr>
            <a:r>
              <a:rPr lang="ru-RU" sz="4000" u="sng"/>
              <a:t>Объекты SGML</a:t>
            </a:r>
            <a:br>
              <a:rPr lang="ru-RU" sz="4000"/>
            </a:br>
            <a:endParaRPr lang="ru-RU" sz="4000"/>
          </a:p>
        </p:txBody>
      </p:sp>
      <p:sp>
        <p:nvSpPr>
          <p:cNvPr id="69635" name="Rectangle 3">
            <a:extLst>
              <a:ext uri="{FF2B5EF4-FFF2-40B4-BE49-F238E27FC236}">
                <a16:creationId xmlns:a16="http://schemas.microsoft.com/office/drawing/2014/main" id="{6BFB529F-B518-4A2A-8970-D9C1593234E9}"/>
              </a:ext>
            </a:extLst>
          </p:cNvPr>
          <p:cNvSpPr>
            <a:spLocks noGrp="1" noChangeArrowheads="1"/>
          </p:cNvSpPr>
          <p:nvPr>
            <p:ph type="body" idx="1"/>
          </p:nvPr>
        </p:nvSpPr>
        <p:spPr>
          <a:xfrm>
            <a:off x="179388" y="1052513"/>
            <a:ext cx="8964612" cy="5616575"/>
          </a:xfrm>
        </p:spPr>
        <p:txBody>
          <a:bodyPr/>
          <a:lstStyle/>
          <a:p>
            <a:pPr eaLnBrk="1" hangingPunct="1">
              <a:lnSpc>
                <a:spcPct val="80000"/>
              </a:lnSpc>
              <a:buFont typeface="Wingdings" panose="05000000000000000000" pitchFamily="2" charset="2"/>
              <a:buNone/>
            </a:pPr>
            <a:r>
              <a:rPr lang="ru-RU" altLang="ru-RU" sz="1600" dirty="0">
                <a:effectLst/>
              </a:rPr>
              <a:t>                   </a:t>
            </a:r>
            <a:r>
              <a:rPr lang="ru-RU" altLang="ru-RU" sz="2200" dirty="0">
                <a:effectLst/>
                <a:latin typeface="Times New Roman" panose="02020603050405020304" pitchFamily="18" charset="0"/>
              </a:rPr>
              <a:t>Обсуждавшиеся до сих пор аспекты SGML все имели отношение к разметке структурных элементов документа. SGML также предоставляет простой и гибкий метод кодирования и наименования произвольных частей действительного содержимого документа переносимым образом. В SGML слово </a:t>
            </a:r>
            <a:r>
              <a:rPr lang="ru-RU" altLang="ru-RU" sz="2200" b="1" i="1" dirty="0">
                <a:solidFill>
                  <a:schemeClr val="folHlink"/>
                </a:solidFill>
                <a:effectLst/>
                <a:latin typeface="Times New Roman" panose="02020603050405020304" pitchFamily="18" charset="0"/>
              </a:rPr>
              <a:t>объект</a:t>
            </a:r>
            <a:r>
              <a:rPr lang="ru-RU" altLang="ru-RU" sz="2200" dirty="0">
                <a:effectLst/>
                <a:latin typeface="Times New Roman" panose="02020603050405020304" pitchFamily="18" charset="0"/>
              </a:rPr>
              <a:t> (</a:t>
            </a:r>
            <a:r>
              <a:rPr lang="ru-RU" altLang="ru-RU" sz="2200" i="1" dirty="0" err="1">
                <a:effectLst/>
                <a:latin typeface="Times New Roman" panose="02020603050405020304" pitchFamily="18" charset="0"/>
              </a:rPr>
              <a:t>entity</a:t>
            </a:r>
            <a:r>
              <a:rPr lang="ru-RU" altLang="ru-RU" sz="2200" dirty="0">
                <a:effectLst/>
                <a:latin typeface="Times New Roman" panose="02020603050405020304" pitchFamily="18" charset="0"/>
              </a:rPr>
              <a:t>) несет специальный смысл: оно означает именованную часть размеченного документа, безотносительно ко всяческим соображениями структуры. Объектом может быть строка символов или целый файл текста. Для включения его в документ используется конструкция, известная как </a:t>
            </a:r>
            <a:r>
              <a:rPr lang="ru-RU" altLang="ru-RU" sz="2200" b="1" i="1" dirty="0">
                <a:solidFill>
                  <a:schemeClr val="folHlink"/>
                </a:solidFill>
                <a:effectLst/>
                <a:latin typeface="Times New Roman" panose="02020603050405020304" pitchFamily="18" charset="0"/>
              </a:rPr>
              <a:t>ссылка на объект</a:t>
            </a:r>
            <a:r>
              <a:rPr lang="ru-RU" altLang="ru-RU" sz="2200" dirty="0">
                <a:effectLst/>
                <a:latin typeface="Times New Roman" panose="02020603050405020304" pitchFamily="18" charset="0"/>
              </a:rPr>
              <a:t> (</a:t>
            </a:r>
            <a:r>
              <a:rPr lang="ru-RU" altLang="ru-RU" sz="2200" i="1" dirty="0" err="1">
                <a:effectLst/>
                <a:latin typeface="Times New Roman" panose="02020603050405020304" pitchFamily="18" charset="0"/>
              </a:rPr>
              <a:t>entity</a:t>
            </a:r>
            <a:r>
              <a:rPr lang="ru-RU" altLang="ru-RU" sz="2200" i="1" dirty="0">
                <a:effectLst/>
                <a:latin typeface="Times New Roman" panose="02020603050405020304" pitchFamily="18" charset="0"/>
              </a:rPr>
              <a:t> </a:t>
            </a:r>
            <a:r>
              <a:rPr lang="ru-RU" altLang="ru-RU" sz="2200" i="1" dirty="0" err="1">
                <a:effectLst/>
                <a:latin typeface="Times New Roman" panose="02020603050405020304" pitchFamily="18" charset="0"/>
              </a:rPr>
              <a:t>reference</a:t>
            </a:r>
            <a:r>
              <a:rPr lang="ru-RU" altLang="ru-RU" sz="2200" dirty="0">
                <a:effectLst/>
                <a:latin typeface="Times New Roman" panose="02020603050405020304" pitchFamily="18" charset="0"/>
              </a:rPr>
              <a:t>). </a:t>
            </a:r>
          </a:p>
          <a:p>
            <a:pPr eaLnBrk="1" hangingPunct="1">
              <a:lnSpc>
                <a:spcPct val="80000"/>
              </a:lnSpc>
              <a:buFont typeface="Wingdings" panose="05000000000000000000" pitchFamily="2" charset="2"/>
              <a:buNone/>
            </a:pPr>
            <a:endParaRPr lang="ru-RU" altLang="ru-RU" sz="2200" dirty="0">
              <a:effectLst/>
              <a:latin typeface="Times New Roman" panose="02020603050405020304" pitchFamily="18" charset="0"/>
            </a:endParaRPr>
          </a:p>
          <a:p>
            <a:pPr eaLnBrk="1" hangingPunct="1">
              <a:lnSpc>
                <a:spcPct val="80000"/>
              </a:lnSpc>
              <a:buFont typeface="Wingdings" panose="05000000000000000000" pitchFamily="2" charset="2"/>
              <a:buNone/>
            </a:pPr>
            <a:r>
              <a:rPr lang="ru-RU" altLang="ru-RU" sz="2200" dirty="0">
                <a:effectLst/>
                <a:latin typeface="Times New Roman" panose="02020603050405020304" pitchFamily="18" charset="0"/>
              </a:rPr>
              <a:t>              Например, следующее объявление </a:t>
            </a:r>
          </a:p>
          <a:p>
            <a:pPr algn="ctr" eaLnBrk="1" hangingPunct="1">
              <a:lnSpc>
                <a:spcPct val="80000"/>
              </a:lnSpc>
              <a:buFont typeface="Wingdings" panose="05000000000000000000" pitchFamily="2" charset="2"/>
              <a:buNone/>
            </a:pPr>
            <a:r>
              <a:rPr lang="ru-RU" altLang="ru-RU" sz="2400" dirty="0">
                <a:solidFill>
                  <a:srgbClr val="FFFF00"/>
                </a:solidFill>
                <a:effectLst/>
                <a:latin typeface="Times New Roman" panose="02020603050405020304" pitchFamily="18" charset="0"/>
              </a:rPr>
              <a:t>&lt;!ENTITY </a:t>
            </a:r>
            <a:r>
              <a:rPr lang="ru-RU" altLang="ru-RU" sz="2400" dirty="0" err="1">
                <a:solidFill>
                  <a:srgbClr val="FFFF00"/>
                </a:solidFill>
                <a:effectLst/>
                <a:latin typeface="Times New Roman" panose="02020603050405020304" pitchFamily="18" charset="0"/>
              </a:rPr>
              <a:t>tei</a:t>
            </a:r>
            <a:r>
              <a:rPr lang="ru-RU" altLang="ru-RU" sz="2400" dirty="0">
                <a:solidFill>
                  <a:srgbClr val="FFFF00"/>
                </a:solidFill>
                <a:effectLst/>
                <a:latin typeface="Times New Roman" panose="02020603050405020304" pitchFamily="18" charset="0"/>
              </a:rPr>
              <a:t> "</a:t>
            </a:r>
            <a:r>
              <a:rPr lang="ru-RU" altLang="ru-RU" sz="2400" dirty="0" err="1">
                <a:solidFill>
                  <a:srgbClr val="FFFF00"/>
                </a:solidFill>
                <a:effectLst/>
                <a:latin typeface="Times New Roman" panose="02020603050405020304" pitchFamily="18" charset="0"/>
              </a:rPr>
              <a:t>Text</a:t>
            </a:r>
            <a:r>
              <a:rPr lang="ru-RU" altLang="ru-RU" sz="2400" dirty="0">
                <a:solidFill>
                  <a:srgbClr val="FFFF00"/>
                </a:solidFill>
                <a:effectLst/>
                <a:latin typeface="Times New Roman" panose="02020603050405020304" pitchFamily="18" charset="0"/>
              </a:rPr>
              <a:t> </a:t>
            </a:r>
            <a:r>
              <a:rPr lang="ru-RU" altLang="ru-RU" sz="2400" dirty="0" err="1">
                <a:solidFill>
                  <a:srgbClr val="FFFF00"/>
                </a:solidFill>
                <a:effectLst/>
                <a:latin typeface="Times New Roman" panose="02020603050405020304" pitchFamily="18" charset="0"/>
              </a:rPr>
              <a:t>Encoding</a:t>
            </a:r>
            <a:r>
              <a:rPr lang="ru-RU" altLang="ru-RU" sz="2400" dirty="0">
                <a:solidFill>
                  <a:srgbClr val="FFFF00"/>
                </a:solidFill>
                <a:effectLst/>
                <a:latin typeface="Times New Roman" panose="02020603050405020304" pitchFamily="18" charset="0"/>
              </a:rPr>
              <a:t> </a:t>
            </a:r>
            <a:r>
              <a:rPr lang="ru-RU" altLang="ru-RU" sz="2400" dirty="0" err="1">
                <a:solidFill>
                  <a:srgbClr val="FFFF00"/>
                </a:solidFill>
                <a:effectLst/>
                <a:latin typeface="Times New Roman" panose="02020603050405020304" pitchFamily="18" charset="0"/>
              </a:rPr>
              <a:t>Initiative</a:t>
            </a:r>
            <a:r>
              <a:rPr lang="ru-RU" altLang="ru-RU" sz="2400" dirty="0">
                <a:solidFill>
                  <a:srgbClr val="FFFF00"/>
                </a:solidFill>
                <a:effectLst/>
                <a:latin typeface="Times New Roman" panose="02020603050405020304" pitchFamily="18" charset="0"/>
              </a:rPr>
              <a:t>"&gt;</a:t>
            </a:r>
          </a:p>
          <a:p>
            <a:pPr eaLnBrk="1" hangingPunct="1">
              <a:lnSpc>
                <a:spcPct val="80000"/>
              </a:lnSpc>
              <a:buFont typeface="Wingdings" panose="05000000000000000000" pitchFamily="2" charset="2"/>
              <a:buNone/>
            </a:pPr>
            <a:r>
              <a:rPr lang="ru-RU" altLang="ru-RU" sz="2200" dirty="0">
                <a:effectLst/>
                <a:latin typeface="Times New Roman" panose="02020603050405020304" pitchFamily="18" charset="0"/>
              </a:rPr>
              <a:t> определяет объект, называющийся </a:t>
            </a:r>
            <a:r>
              <a:rPr lang="ru-RU" altLang="ru-RU" sz="2200" i="1" dirty="0" err="1">
                <a:effectLst/>
                <a:latin typeface="Times New Roman" panose="02020603050405020304" pitchFamily="18" charset="0"/>
              </a:rPr>
              <a:t>tei</a:t>
            </a:r>
            <a:r>
              <a:rPr lang="ru-RU" altLang="ru-RU" sz="2200" dirty="0">
                <a:effectLst/>
                <a:latin typeface="Times New Roman" panose="02020603050405020304" pitchFamily="18" charset="0"/>
              </a:rPr>
              <a:t> и значением которой является строка "</a:t>
            </a:r>
            <a:r>
              <a:rPr lang="ru-RU" altLang="ru-RU" sz="2200" dirty="0" err="1">
                <a:effectLst/>
                <a:latin typeface="Times New Roman" panose="02020603050405020304" pitchFamily="18" charset="0"/>
              </a:rPr>
              <a:t>Text</a:t>
            </a:r>
            <a:r>
              <a:rPr lang="ru-RU" altLang="ru-RU" sz="2200" dirty="0">
                <a:effectLst/>
                <a:latin typeface="Times New Roman" panose="02020603050405020304" pitchFamily="18" charset="0"/>
              </a:rPr>
              <a:t> </a:t>
            </a:r>
            <a:r>
              <a:rPr lang="ru-RU" altLang="ru-RU" sz="2200" dirty="0" err="1">
                <a:effectLst/>
                <a:latin typeface="Times New Roman" panose="02020603050405020304" pitchFamily="18" charset="0"/>
              </a:rPr>
              <a:t>Encoding</a:t>
            </a:r>
            <a:r>
              <a:rPr lang="ru-RU" altLang="ru-RU" sz="2200" dirty="0">
                <a:effectLst/>
                <a:latin typeface="Times New Roman" panose="02020603050405020304" pitchFamily="18" charset="0"/>
              </a:rPr>
              <a:t> </a:t>
            </a:r>
            <a:r>
              <a:rPr lang="ru-RU" altLang="ru-RU" sz="2200" dirty="0" err="1">
                <a:effectLst/>
                <a:latin typeface="Times New Roman" panose="02020603050405020304" pitchFamily="18" charset="0"/>
              </a:rPr>
              <a:t>Initiative</a:t>
            </a:r>
            <a:r>
              <a:rPr lang="ru-RU" altLang="ru-RU" sz="2200" dirty="0">
                <a:effectLst/>
                <a:latin typeface="Times New Roman" panose="02020603050405020304" pitchFamily="18" charset="0"/>
              </a:rPr>
              <a:t>". (По соглашению названия объектов являются чувствительными к регистру, в отличие от названий элементов.)</a:t>
            </a:r>
            <a:r>
              <a:rPr lang="ru-RU" altLang="ru-RU" sz="1600" dirty="0">
                <a:effectLst/>
              </a:rPr>
              <a:t> </a:t>
            </a:r>
          </a:p>
          <a:p>
            <a:pPr eaLnBrk="1" hangingPunct="1">
              <a:lnSpc>
                <a:spcPct val="80000"/>
              </a:lnSpc>
              <a:buFont typeface="Wingdings" panose="05000000000000000000" pitchFamily="2" charset="2"/>
              <a:buNone/>
            </a:pPr>
            <a:endParaRPr lang="ru-RU" altLang="ru-RU" sz="1600" dirty="0">
              <a:effectLst/>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3">
            <a:extLst>
              <a:ext uri="{FF2B5EF4-FFF2-40B4-BE49-F238E27FC236}">
                <a16:creationId xmlns:a16="http://schemas.microsoft.com/office/drawing/2014/main" id="{1331D4A2-96A5-4814-B1FB-F6EAA510A544}"/>
              </a:ext>
            </a:extLst>
          </p:cNvPr>
          <p:cNvSpPr>
            <a:spLocks noGrp="1" noChangeArrowheads="1"/>
          </p:cNvSpPr>
          <p:nvPr>
            <p:ph type="body" idx="1"/>
          </p:nvPr>
        </p:nvSpPr>
        <p:spPr>
          <a:xfrm>
            <a:off x="395288" y="549275"/>
            <a:ext cx="8497887" cy="5903913"/>
          </a:xfrm>
        </p:spPr>
        <p:txBody>
          <a:bodyPr/>
          <a:lstStyle/>
          <a:p>
            <a:pPr eaLnBrk="1" hangingPunct="1">
              <a:defRPr/>
            </a:pPr>
            <a:r>
              <a:rPr lang="ru-RU" sz="2800"/>
              <a:t>Это был пример </a:t>
            </a:r>
            <a:r>
              <a:rPr lang="ru-RU" sz="2800" b="1" i="1">
                <a:solidFill>
                  <a:schemeClr val="folHlink"/>
                </a:solidFill>
              </a:rPr>
              <a:t>объявления объекта</a:t>
            </a:r>
            <a:r>
              <a:rPr lang="ru-RU" sz="2800"/>
              <a:t> (</a:t>
            </a:r>
            <a:r>
              <a:rPr lang="ru-RU" sz="2800" i="1"/>
              <a:t>entity declaration</a:t>
            </a:r>
            <a:r>
              <a:rPr lang="ru-RU" sz="2800"/>
              <a:t>), которое объявляет </a:t>
            </a:r>
            <a:r>
              <a:rPr lang="ru-RU" sz="2800" b="1" i="1">
                <a:solidFill>
                  <a:schemeClr val="folHlink"/>
                </a:solidFill>
              </a:rPr>
              <a:t>внутренний объект</a:t>
            </a:r>
            <a:r>
              <a:rPr lang="ru-RU" sz="2800"/>
              <a:t> (</a:t>
            </a:r>
            <a:r>
              <a:rPr lang="ru-RU" sz="2800" i="1"/>
              <a:t>internal entity</a:t>
            </a:r>
            <a:r>
              <a:rPr lang="ru-RU" sz="2800"/>
              <a:t>).</a:t>
            </a:r>
          </a:p>
          <a:p>
            <a:pPr eaLnBrk="1" hangingPunct="1">
              <a:defRPr/>
            </a:pPr>
            <a:r>
              <a:rPr lang="ru-RU" sz="2800"/>
              <a:t> Следующее объявление, напротив, объявляет </a:t>
            </a:r>
            <a:r>
              <a:rPr lang="ru-RU" sz="2800" b="1" i="1">
                <a:solidFill>
                  <a:schemeClr val="folHlink"/>
                </a:solidFill>
              </a:rPr>
              <a:t>системный объект</a:t>
            </a:r>
            <a:r>
              <a:rPr lang="ru-RU" sz="2800"/>
              <a:t> (</a:t>
            </a:r>
            <a:r>
              <a:rPr lang="ru-RU" sz="2800" i="1"/>
              <a:t>system entity</a:t>
            </a:r>
            <a:r>
              <a:rPr lang="ru-RU" sz="2800"/>
              <a:t>): </a:t>
            </a:r>
            <a:endParaRPr lang="en-US" sz="2800"/>
          </a:p>
          <a:p>
            <a:pPr eaLnBrk="1" hangingPunct="1">
              <a:buFont typeface="Wingdings" panose="05000000000000000000" pitchFamily="2" charset="2"/>
              <a:buNone/>
              <a:defRPr/>
            </a:pPr>
            <a:r>
              <a:rPr lang="ru-RU" sz="2800"/>
              <a:t> </a:t>
            </a:r>
            <a:r>
              <a:rPr lang="en-US" sz="2800"/>
              <a:t>&lt;!ENTITY ChapTwo SYSTEM "sgmlmkup.txt"&gt;</a:t>
            </a:r>
            <a:endParaRPr lang="ru-RU" sz="2800"/>
          </a:p>
          <a:p>
            <a:pPr eaLnBrk="1" hangingPunct="1">
              <a:defRPr/>
            </a:pPr>
            <a:r>
              <a:rPr lang="ru-RU" sz="2800"/>
              <a:t>Это определяет системный объект, называющийся </a:t>
            </a:r>
            <a:r>
              <a:rPr lang="ru-RU" sz="2800" i="1"/>
              <a:t>ChapTwo</a:t>
            </a:r>
            <a:r>
              <a:rPr lang="ru-RU" sz="2800"/>
              <a:t>, значением которого является текст, ассоциированный с системным идентификатором -- в этом случае, системный идентификатор -- имя файла операционной системы и текст замещения объекта является содержимым файла.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3">
            <a:extLst>
              <a:ext uri="{FF2B5EF4-FFF2-40B4-BE49-F238E27FC236}">
                <a16:creationId xmlns:a16="http://schemas.microsoft.com/office/drawing/2014/main" id="{D7217266-3B90-4EB6-91F9-BD3E87D9C0BF}"/>
              </a:ext>
            </a:extLst>
          </p:cNvPr>
          <p:cNvSpPr>
            <a:spLocks noGrp="1" noChangeArrowheads="1"/>
          </p:cNvSpPr>
          <p:nvPr>
            <p:ph type="body" idx="1"/>
          </p:nvPr>
        </p:nvSpPr>
        <p:spPr>
          <a:xfrm>
            <a:off x="179388" y="188913"/>
            <a:ext cx="8640762" cy="6480175"/>
          </a:xfrm>
        </p:spPr>
        <p:txBody>
          <a:bodyPr/>
          <a:lstStyle/>
          <a:p>
            <a:pPr eaLnBrk="1" hangingPunct="1">
              <a:lnSpc>
                <a:spcPct val="90000"/>
              </a:lnSpc>
              <a:defRPr/>
            </a:pPr>
            <a:r>
              <a:rPr lang="ru-RU" sz="2400"/>
              <a:t>      После того, как объект объявлен, на него можно ссылаться в любом месте документа. Это делается путем использования его названия, перед которым ставится символ "&amp;", а после которого -- точка с запятой. Точка с запятой может быть опущена, если за ссылкой на объект следует пробел или конец записи. </a:t>
            </a:r>
          </a:p>
          <a:p>
            <a:pPr eaLnBrk="1" hangingPunct="1">
              <a:lnSpc>
                <a:spcPct val="90000"/>
              </a:lnSpc>
              <a:defRPr/>
            </a:pPr>
            <a:r>
              <a:rPr lang="ru-RU" sz="2400"/>
              <a:t>      Когда SGML анализатор встречает такую </a:t>
            </a:r>
            <a:r>
              <a:rPr lang="ru-RU" sz="2400" b="1"/>
              <a:t>ссылку на объект</a:t>
            </a:r>
            <a:r>
              <a:rPr lang="ru-RU" sz="2400"/>
              <a:t>, он немедленно подставляет вместо названия объекта объявленное значение. Так, фраза "Работа &amp;tei только начата" будет интерпретирована SGML процессором в точности как если бы она была записана как "Работа Text Encoding Initiative только начата". В случае системного объекта, понятно, подставляется содержимое файла операционной системы, так что фраза "Следующий текст был опущен: &amp;ChapTwo;" будет раскрыта, чтобы включать целиком все, что система найдет в файле sgmlmkup.txt.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Rectangle 3">
            <a:extLst>
              <a:ext uri="{FF2B5EF4-FFF2-40B4-BE49-F238E27FC236}">
                <a16:creationId xmlns:a16="http://schemas.microsoft.com/office/drawing/2014/main" id="{A02CF0BD-572F-469C-9C7D-A4A7BAEA3132}"/>
              </a:ext>
            </a:extLst>
          </p:cNvPr>
          <p:cNvSpPr>
            <a:spLocks noGrp="1" noChangeArrowheads="1"/>
          </p:cNvSpPr>
          <p:nvPr>
            <p:ph type="body" idx="1"/>
          </p:nvPr>
        </p:nvSpPr>
        <p:spPr>
          <a:xfrm>
            <a:off x="323850" y="404813"/>
            <a:ext cx="8640763" cy="6337300"/>
          </a:xfrm>
        </p:spPr>
        <p:txBody>
          <a:bodyPr/>
          <a:lstStyle/>
          <a:p>
            <a:pPr eaLnBrk="1" hangingPunct="1">
              <a:lnSpc>
                <a:spcPct val="80000"/>
              </a:lnSpc>
              <a:defRPr/>
            </a:pPr>
            <a:r>
              <a:rPr lang="ru-RU" sz="2400"/>
              <a:t>      Это, очевидно, экономит нажатия на клавиши и упрощает задачу поддержки непротиворечивости набора документов. Если печать сложного документа происходит во многих местах, само тело документа может использовать ссылку на объект, такую как &amp;site;, там, где требуется название места. Затем в разных местах можно добавить разные объявления объектов для подстановки вместо этой ссылки соответствующего названия, без необходимости менять текст самого документа. </a:t>
            </a:r>
          </a:p>
          <a:p>
            <a:pPr eaLnBrk="1" hangingPunct="1">
              <a:lnSpc>
                <a:spcPct val="80000"/>
              </a:lnSpc>
              <a:defRPr/>
            </a:pPr>
            <a:r>
              <a:rPr lang="ru-RU" sz="2400"/>
              <a:t>      Этот механизм </a:t>
            </a:r>
            <a:r>
              <a:rPr lang="ru-RU" sz="2400" b="1" i="1">
                <a:solidFill>
                  <a:schemeClr val="folHlink"/>
                </a:solidFill>
              </a:rPr>
              <a:t>строковой подстановки</a:t>
            </a:r>
            <a:r>
              <a:rPr lang="ru-RU" sz="2400"/>
              <a:t> имеет много других применений. Его можно использовать для обхода известного неравенства множества компьютерных систем в представлении полного диапазона символов, необходимых для показа современного английского (не говоря уже о требованиях других современных алфавитов или древних языков). Так называемые "специальные символы", напрямую не доступные с клавиатуры (или, если доступные, неправильно транслируемые при передаче) могут представляться ссылкой на объект.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3">
            <a:extLst>
              <a:ext uri="{FF2B5EF4-FFF2-40B4-BE49-F238E27FC236}">
                <a16:creationId xmlns:a16="http://schemas.microsoft.com/office/drawing/2014/main" id="{700E2DCD-086D-4FB8-9A10-8B104CBA33EC}"/>
              </a:ext>
            </a:extLst>
          </p:cNvPr>
          <p:cNvSpPr>
            <a:spLocks noGrp="1" noChangeArrowheads="1"/>
          </p:cNvSpPr>
          <p:nvPr>
            <p:ph type="body" idx="1"/>
          </p:nvPr>
        </p:nvSpPr>
        <p:spPr>
          <a:xfrm>
            <a:off x="323850" y="260350"/>
            <a:ext cx="8569325" cy="6408738"/>
          </a:xfrm>
        </p:spPr>
        <p:txBody>
          <a:bodyPr/>
          <a:lstStyle/>
          <a:p>
            <a:pPr eaLnBrk="1" hangingPunct="1">
              <a:lnSpc>
                <a:spcPct val="80000"/>
              </a:lnSpc>
              <a:defRPr/>
            </a:pPr>
            <a:r>
              <a:rPr lang="ru-RU" sz="2000"/>
              <a:t>      Список объявлений объектов известен как </a:t>
            </a:r>
            <a:r>
              <a:rPr lang="ru-RU" sz="2000" b="1" i="1"/>
              <a:t>набор объектов</a:t>
            </a:r>
            <a:r>
              <a:rPr lang="ru-RU" sz="2000"/>
              <a:t> (</a:t>
            </a:r>
            <a:r>
              <a:rPr lang="ru-RU" sz="2000" i="1"/>
              <a:t>entity set</a:t>
            </a:r>
            <a:r>
              <a:rPr lang="ru-RU" sz="2000"/>
              <a:t>). Стандартные наборы объектов, доступные для большинства SGML процессоров, обычно включают названия, взятые из списков таких имен, опубликованных как приложение к стандарту SGML и в других местах. </a:t>
            </a:r>
          </a:p>
          <a:p>
            <a:pPr eaLnBrk="1" hangingPunct="1">
              <a:lnSpc>
                <a:spcPct val="80000"/>
              </a:lnSpc>
              <a:defRPr/>
            </a:pPr>
            <a:r>
              <a:rPr lang="ru-RU" sz="2000"/>
              <a:t>      Значения подстановок, заданные в объявлениях объектов, конечно, сильно системно-зависимы. Если используемые в них символы нельзя набрать напрямую, SGML предоставляет механизм спецификации символов по их численным значениям, известный как </a:t>
            </a:r>
            <a:r>
              <a:rPr lang="ru-RU" sz="2000" b="1" i="1"/>
              <a:t>ссылки на символы</a:t>
            </a:r>
            <a:r>
              <a:rPr lang="ru-RU" sz="2000"/>
              <a:t> (</a:t>
            </a:r>
            <a:r>
              <a:rPr lang="ru-RU" sz="2000" i="1"/>
              <a:t>character references</a:t>
            </a:r>
            <a:r>
              <a:rPr lang="ru-RU" sz="2000"/>
              <a:t>). Ссылка на символ отличается от остальных символов в строках подстановки тем, что она начинается со специального символа, обычно -- последовательности </a:t>
            </a:r>
            <a:r>
              <a:rPr lang="ru-RU" sz="2000" i="1"/>
              <a:t>&amp;#</a:t>
            </a:r>
            <a:r>
              <a:rPr lang="ru-RU" sz="2000"/>
              <a:t> и заканчивается обычной точкой с запятой. Например, если используемый форматировщик представляет лигированную форму ct по символам c и t, предваряемыми символом с десятичным значением 102, объявление объекта может выглядеть так: </a:t>
            </a:r>
            <a:endParaRPr lang="en-US" sz="2000"/>
          </a:p>
          <a:p>
            <a:pPr eaLnBrk="1" hangingPunct="1">
              <a:lnSpc>
                <a:spcPct val="80000"/>
              </a:lnSpc>
              <a:defRPr/>
            </a:pPr>
            <a:r>
              <a:rPr lang="en-US" sz="2000"/>
              <a:t>&lt;!ENTITY ctlig "&amp;#102;ct" &gt;</a:t>
            </a:r>
            <a:r>
              <a:rPr lang="ru-RU" sz="2000"/>
              <a:t> Заметим, что ссылки на символы обычно не имеет смысла переносить между программными или аппаратными платформами, поэтому их использование рекомендуется только в ситуациях, подобных описанной. </a:t>
            </a:r>
          </a:p>
          <a:p>
            <a:pPr eaLnBrk="1" hangingPunct="1">
              <a:lnSpc>
                <a:spcPct val="80000"/>
              </a:lnSpc>
              <a:defRPr/>
            </a:pPr>
            <a:endParaRPr lang="ru-RU" sz="20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74A10056-BDC4-4DA6-A57C-AFF6A479A46E}"/>
              </a:ext>
            </a:extLst>
          </p:cNvPr>
          <p:cNvSpPr>
            <a:spLocks noGrp="1" noChangeArrowheads="1"/>
          </p:cNvSpPr>
          <p:nvPr>
            <p:ph type="title"/>
          </p:nvPr>
        </p:nvSpPr>
        <p:spPr>
          <a:xfrm>
            <a:off x="1066800" y="304800"/>
            <a:ext cx="7543800" cy="820738"/>
          </a:xfrm>
        </p:spPr>
        <p:txBody>
          <a:bodyPr/>
          <a:lstStyle/>
          <a:p>
            <a:pPr algn="ctr" eaLnBrk="1" hangingPunct="1">
              <a:defRPr/>
            </a:pPr>
            <a:r>
              <a:rPr lang="ru-RU" sz="2400">
                <a:effectLst/>
              </a:rPr>
              <a:t>Картина в целом</a:t>
            </a:r>
            <a:br>
              <a:rPr lang="ru-RU" sz="4000"/>
            </a:br>
            <a:endParaRPr lang="ru-RU" sz="4000"/>
          </a:p>
        </p:txBody>
      </p:sp>
      <p:sp>
        <p:nvSpPr>
          <p:cNvPr id="128003" name="Rectangle 3">
            <a:extLst>
              <a:ext uri="{FF2B5EF4-FFF2-40B4-BE49-F238E27FC236}">
                <a16:creationId xmlns:a16="http://schemas.microsoft.com/office/drawing/2014/main" id="{CB8EB1BC-E64B-4DA3-B1A9-21EFE60E98AB}"/>
              </a:ext>
            </a:extLst>
          </p:cNvPr>
          <p:cNvSpPr>
            <a:spLocks noGrp="1" noChangeArrowheads="1"/>
          </p:cNvSpPr>
          <p:nvPr>
            <p:ph type="body" idx="1"/>
          </p:nvPr>
        </p:nvSpPr>
        <p:spPr>
          <a:xfrm>
            <a:off x="250825" y="836613"/>
            <a:ext cx="8713788" cy="5616575"/>
          </a:xfrm>
        </p:spPr>
        <p:txBody>
          <a:bodyPr/>
          <a:lstStyle/>
          <a:p>
            <a:pPr eaLnBrk="1" hangingPunct="1">
              <a:lnSpc>
                <a:spcPct val="90000"/>
              </a:lnSpc>
              <a:defRPr/>
            </a:pPr>
            <a:r>
              <a:rPr lang="ru-RU" sz="2400"/>
              <a:t>Удовлетворяющий стандарту SGML документ состоит из нескольких частей, не все из которых рассмотрены в этой главе, и многие из которых пользователь этого Руководства может игнорировать. Для полноты картины может быть полезно рассмотреть взаимосвязь этих частей. </a:t>
            </a:r>
          </a:p>
          <a:p>
            <a:pPr eaLnBrk="1" hangingPunct="1">
              <a:lnSpc>
                <a:spcPct val="90000"/>
              </a:lnSpc>
              <a:defRPr/>
            </a:pPr>
            <a:r>
              <a:rPr lang="ru-RU" sz="2400"/>
              <a:t>      SGML документ состоит из SGML </a:t>
            </a:r>
            <a:r>
              <a:rPr lang="ru-RU" sz="2400" b="1" i="1"/>
              <a:t>пролога</a:t>
            </a:r>
            <a:r>
              <a:rPr lang="ru-RU" sz="2400"/>
              <a:t> (</a:t>
            </a:r>
            <a:r>
              <a:rPr lang="ru-RU" sz="2400" i="1"/>
              <a:t>prolog</a:t>
            </a:r>
            <a:r>
              <a:rPr lang="ru-RU" sz="2400"/>
              <a:t>) и </a:t>
            </a:r>
            <a:r>
              <a:rPr lang="ru-RU" sz="2400" b="1" i="1"/>
              <a:t>тела документа</a:t>
            </a:r>
            <a:r>
              <a:rPr lang="ru-RU" sz="2400"/>
              <a:t> (</a:t>
            </a:r>
            <a:r>
              <a:rPr lang="ru-RU" sz="2400" i="1"/>
              <a:t>document instance</a:t>
            </a:r>
            <a:r>
              <a:rPr lang="ru-RU" sz="2400"/>
              <a:t>). Пролог содержит </a:t>
            </a:r>
            <a:r>
              <a:rPr lang="ru-RU" sz="2400" b="1" i="1"/>
              <a:t>объявление SGML</a:t>
            </a:r>
            <a:r>
              <a:rPr lang="ru-RU" sz="2400"/>
              <a:t> (</a:t>
            </a:r>
            <a:r>
              <a:rPr lang="ru-RU" sz="2400" i="1"/>
              <a:t>SGML declaration</a:t>
            </a:r>
            <a:r>
              <a:rPr lang="ru-RU" sz="2400"/>
              <a:t>), описываемое ниже, и </a:t>
            </a:r>
            <a:r>
              <a:rPr lang="ru-RU" sz="2400" b="1" i="1"/>
              <a:t>определение типа документа</a:t>
            </a:r>
            <a:r>
              <a:rPr lang="ru-RU" sz="2400"/>
              <a:t>, содержащее объявления элементов и объектов, как было описано выше. Разные программные системы могут иметь различные способы ассоциирования тела документа с прологом; в некоторых случаях, например, пролог может быть "зашит" в используемую программу и невидим для пользователя.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3">
            <a:extLst>
              <a:ext uri="{FF2B5EF4-FFF2-40B4-BE49-F238E27FC236}">
                <a16:creationId xmlns:a16="http://schemas.microsoft.com/office/drawing/2014/main" id="{05CA1A51-0228-438E-BCDE-B58D57D40C09}"/>
              </a:ext>
            </a:extLst>
          </p:cNvPr>
          <p:cNvSpPr>
            <a:spLocks noGrp="1" noChangeArrowheads="1"/>
          </p:cNvSpPr>
          <p:nvPr>
            <p:ph type="body" idx="1"/>
          </p:nvPr>
        </p:nvSpPr>
        <p:spPr/>
        <p:txBody>
          <a:bodyPr/>
          <a:lstStyle/>
          <a:p>
            <a:pPr eaLnBrk="1" hangingPunct="1">
              <a:lnSpc>
                <a:spcPct val="90000"/>
              </a:lnSpc>
              <a:defRPr/>
            </a:pPr>
            <a:r>
              <a:rPr lang="ru-RU" sz="2400" b="1" u="sng"/>
              <a:t>Объявление SGML</a:t>
            </a:r>
            <a:endParaRPr lang="ru-RU" sz="2400" b="1"/>
          </a:p>
          <a:p>
            <a:pPr eaLnBrk="1" hangingPunct="1">
              <a:lnSpc>
                <a:spcPct val="90000"/>
              </a:lnSpc>
              <a:defRPr/>
            </a:pPr>
            <a:r>
              <a:rPr lang="ru-RU" sz="2400"/>
              <a:t>      Объявление SGML указывает основные данные об используемом диалекте SGML, такие, как набор символов, коды ограничителей SGML, длину идентификаторов и т.д. Его содержимое для типов документов, совместимых с TEI, излагается в главах  и . Обычно объявление SGML существует в виде скомпилированных таблиц в SGML процессоре и пользователю не видимо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Rectangle 3">
            <a:extLst>
              <a:ext uri="{FF2B5EF4-FFF2-40B4-BE49-F238E27FC236}">
                <a16:creationId xmlns:a16="http://schemas.microsoft.com/office/drawing/2014/main" id="{8E126953-75EF-45A8-8A06-23A7762745ED}"/>
              </a:ext>
            </a:extLst>
          </p:cNvPr>
          <p:cNvSpPr>
            <a:spLocks noGrp="1" noChangeArrowheads="1"/>
          </p:cNvSpPr>
          <p:nvPr>
            <p:ph type="body" idx="1"/>
          </p:nvPr>
        </p:nvSpPr>
        <p:spPr>
          <a:xfrm>
            <a:off x="1066800" y="1196752"/>
            <a:ext cx="7543800" cy="4899248"/>
          </a:xfrm>
        </p:spPr>
        <p:txBody>
          <a:bodyPr/>
          <a:lstStyle/>
          <a:p>
            <a:pPr eaLnBrk="1" hangingPunct="1">
              <a:lnSpc>
                <a:spcPct val="90000"/>
              </a:lnSpc>
              <a:defRPr/>
            </a:pPr>
            <a:r>
              <a:rPr lang="ru-RU" sz="2800" b="1" u="sng" dirty="0"/>
              <a:t>DTD</a:t>
            </a:r>
            <a:endParaRPr lang="ru-RU" sz="2800" b="1" dirty="0"/>
          </a:p>
          <a:p>
            <a:pPr eaLnBrk="1" hangingPunct="1">
              <a:lnSpc>
                <a:spcPct val="90000"/>
              </a:lnSpc>
              <a:defRPr/>
            </a:pPr>
            <a:r>
              <a:rPr lang="ru-RU" sz="2800" dirty="0"/>
              <a:t>      Определение типа документа задает тип документа, которым проверяется экземпляр документа. Так же, как и объявление SGML, оно может существовать внутри SGML процессора, или быть ассоциировано с ним не видимым для пользователя образом, или требовать только задания названия типа документа для проверки документа.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3">
            <a:extLst>
              <a:ext uri="{FF2B5EF4-FFF2-40B4-BE49-F238E27FC236}">
                <a16:creationId xmlns:a16="http://schemas.microsoft.com/office/drawing/2014/main" id="{22893721-39B2-4F42-985E-BC169A580C33}"/>
              </a:ext>
            </a:extLst>
          </p:cNvPr>
          <p:cNvSpPr>
            <a:spLocks noGrp="1" noChangeArrowheads="1"/>
          </p:cNvSpPr>
          <p:nvPr>
            <p:ph type="body" idx="1"/>
          </p:nvPr>
        </p:nvSpPr>
        <p:spPr>
          <a:xfrm>
            <a:off x="1066800" y="836712"/>
            <a:ext cx="7543800" cy="5259288"/>
          </a:xfrm>
        </p:spPr>
        <p:txBody>
          <a:bodyPr/>
          <a:lstStyle/>
          <a:p>
            <a:pPr eaLnBrk="1" hangingPunct="1">
              <a:lnSpc>
                <a:spcPct val="90000"/>
              </a:lnSpc>
              <a:defRPr/>
            </a:pPr>
            <a:r>
              <a:rPr lang="ru-RU" sz="2400" dirty="0"/>
              <a:t>      В самом простом виде определение типа документа состоит просто из определения базового типа документа (возможно, еще одного или нескольких определений параллельных типов документов), которое предваряет тело документа. Например: </a:t>
            </a:r>
            <a:endParaRPr lang="en-US" sz="2400" dirty="0"/>
          </a:p>
          <a:p>
            <a:pPr eaLnBrk="1" hangingPunct="1">
              <a:lnSpc>
                <a:spcPct val="90000"/>
              </a:lnSpc>
              <a:defRPr/>
            </a:pPr>
            <a:r>
              <a:rPr lang="en-US" sz="2400" dirty="0"/>
              <a:t>&lt;!DOCTYPE my.dtd [    </a:t>
            </a:r>
            <a:r>
              <a:rPr lang="ru-RU" sz="2400" dirty="0"/>
              <a:t>&lt;!-- здесь находятся все объявления для MY.DTD  --&gt;    ...]&gt;&lt;my.dtd&gt;    Это тело документа типа MY.DTD&lt;/my.dtd&gt;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7" name="Rectangle 3">
            <a:extLst>
              <a:ext uri="{FF2B5EF4-FFF2-40B4-BE49-F238E27FC236}">
                <a16:creationId xmlns:a16="http://schemas.microsoft.com/office/drawing/2014/main" id="{17C3FF3A-F041-4A4B-9F66-68CAD0536ED0}"/>
              </a:ext>
            </a:extLst>
          </p:cNvPr>
          <p:cNvSpPr>
            <a:spLocks noGrp="1" noChangeArrowheads="1"/>
          </p:cNvSpPr>
          <p:nvPr>
            <p:ph type="body" idx="1"/>
          </p:nvPr>
        </p:nvSpPr>
        <p:spPr>
          <a:xfrm>
            <a:off x="1066800" y="1484784"/>
            <a:ext cx="7543800" cy="4611216"/>
          </a:xfrm>
        </p:spPr>
        <p:txBody>
          <a:bodyPr/>
          <a:lstStyle/>
          <a:p>
            <a:pPr eaLnBrk="1" hangingPunct="1">
              <a:defRPr/>
            </a:pPr>
            <a:r>
              <a:rPr lang="ru-RU" dirty="0"/>
              <a:t>      Обычно определение типа документа содержится в отдельном файле и активизируется ссылкой на него, как в этом примере: </a:t>
            </a:r>
          </a:p>
          <a:p>
            <a:pPr eaLnBrk="1" hangingPunct="1">
              <a:defRPr/>
            </a:pPr>
            <a:r>
              <a:rPr lang="ru-RU" dirty="0"/>
              <a:t>    </a:t>
            </a:r>
            <a:r>
              <a:rPr lang="en-US" dirty="0"/>
              <a:t>&lt;!DOCTYPE tei.2 system "tei2.dtd" [    </a:t>
            </a:r>
            <a:r>
              <a:rPr lang="ru-RU" dirty="0"/>
              <a:t>]&gt;    &lt;tei.2&gt;       Это пример документа типа не модифицированного TEI.    &lt;/tei.2&gt;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Rectangle 3">
            <a:extLst>
              <a:ext uri="{FF2B5EF4-FFF2-40B4-BE49-F238E27FC236}">
                <a16:creationId xmlns:a16="http://schemas.microsoft.com/office/drawing/2014/main" id="{4A2EFFFE-379D-4D73-AB46-10E4B5BAEB67}"/>
              </a:ext>
            </a:extLst>
          </p:cNvPr>
          <p:cNvSpPr>
            <a:spLocks noGrp="1" noChangeArrowheads="1"/>
          </p:cNvSpPr>
          <p:nvPr>
            <p:ph type="body" idx="1"/>
          </p:nvPr>
        </p:nvSpPr>
        <p:spPr>
          <a:xfrm>
            <a:off x="1066800" y="980728"/>
            <a:ext cx="7543800" cy="5115272"/>
          </a:xfrm>
        </p:spPr>
        <p:txBody>
          <a:bodyPr/>
          <a:lstStyle/>
          <a:p>
            <a:pPr eaLnBrk="1" hangingPunct="1">
              <a:defRPr/>
            </a:pPr>
            <a:r>
              <a:rPr lang="ru-RU" b="1" u="sng" dirty="0"/>
              <a:t>Тело документа</a:t>
            </a:r>
            <a:endParaRPr lang="ru-RU" b="1" dirty="0"/>
          </a:p>
          <a:p>
            <a:pPr eaLnBrk="1" hangingPunct="1">
              <a:defRPr/>
            </a:pPr>
            <a:r>
              <a:rPr lang="ru-RU" dirty="0"/>
              <a:t>      Телом документа является собственно содержание документа. Оно содержит только текст, разметку и ссылки на обычные объекты, и, таким образом, не может содержать новых объявлений.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14D38274-4E17-45F5-BDC4-200711CDDB3B}"/>
              </a:ext>
            </a:extLst>
          </p:cNvPr>
          <p:cNvSpPr>
            <a:spLocks noGrp="1" noChangeArrowheads="1"/>
          </p:cNvSpPr>
          <p:nvPr>
            <p:ph type="title"/>
          </p:nvPr>
        </p:nvSpPr>
        <p:spPr/>
        <p:txBody>
          <a:bodyPr/>
          <a:lstStyle/>
          <a:p>
            <a:pPr eaLnBrk="1" hangingPunct="1">
              <a:defRPr/>
            </a:pPr>
            <a:r>
              <a:rPr lang="ru-RU"/>
              <a:t>Использование SGML</a:t>
            </a:r>
            <a:br>
              <a:rPr lang="ru-RU"/>
            </a:br>
            <a:endParaRPr lang="ru-RU"/>
          </a:p>
        </p:txBody>
      </p:sp>
      <p:sp>
        <p:nvSpPr>
          <p:cNvPr id="131075" name="Rectangle 3">
            <a:extLst>
              <a:ext uri="{FF2B5EF4-FFF2-40B4-BE49-F238E27FC236}">
                <a16:creationId xmlns:a16="http://schemas.microsoft.com/office/drawing/2014/main" id="{7BF64B1E-A5B2-4543-943C-2AC36FAF2160}"/>
              </a:ext>
            </a:extLst>
          </p:cNvPr>
          <p:cNvSpPr>
            <a:spLocks noGrp="1" noChangeArrowheads="1"/>
          </p:cNvSpPr>
          <p:nvPr>
            <p:ph type="body" idx="1"/>
          </p:nvPr>
        </p:nvSpPr>
        <p:spPr/>
        <p:txBody>
          <a:bodyPr/>
          <a:lstStyle/>
          <a:p>
            <a:pPr eaLnBrk="1" hangingPunct="1">
              <a:lnSpc>
                <a:spcPct val="80000"/>
              </a:lnSpc>
              <a:defRPr/>
            </a:pPr>
            <a:r>
              <a:rPr lang="ru-RU" sz="1800"/>
              <a:t>      Существует множество программных средств для создания, проверки и обработки SGML документов. Здесь описываются только некоторое из них. Сердцем большинства продуктов служит </a:t>
            </a:r>
            <a:r>
              <a:rPr lang="ru-RU" sz="1800" b="1" i="1"/>
              <a:t>синтаксический анализатор</a:t>
            </a:r>
            <a:r>
              <a:rPr lang="ru-RU" sz="1800"/>
              <a:t> SGML, то есть, программный модуль, принимающий определение типа документа и генерирующий систему проверки любого документа с этим DTD. Выходом анализатора, в простейшем случае, является просто "да" (экземпляр документа правилен) или "нет". Большинство анализаторов, кроме того, выдают новую версию документа в </a:t>
            </a:r>
            <a:r>
              <a:rPr lang="ru-RU" sz="1800" b="1" i="1"/>
              <a:t>канонической форме</a:t>
            </a:r>
            <a:r>
              <a:rPr lang="ru-RU" sz="1800"/>
              <a:t> (</a:t>
            </a:r>
            <a:r>
              <a:rPr lang="ru-RU" sz="1800" i="1"/>
              <a:t>canonic form</a:t>
            </a:r>
            <a:r>
              <a:rPr lang="ru-RU" sz="1800"/>
              <a:t>), обычно с добавленными закрывающими метками и разрешенными ссылками на объекты) или сформатированную в соответствии с заданием пользователя. Эта форма может быть затем использована другими частями программной системы (более или менее тесно связанными с анализатором) для выполнения дополнительных функций, таких, как структурное редактирование, форматирование или управление базой данных.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1" name="Rectangle 3">
            <a:extLst>
              <a:ext uri="{FF2B5EF4-FFF2-40B4-BE49-F238E27FC236}">
                <a16:creationId xmlns:a16="http://schemas.microsoft.com/office/drawing/2014/main" id="{4E507170-9195-48AC-874B-35E7681A34DE}"/>
              </a:ext>
            </a:extLst>
          </p:cNvPr>
          <p:cNvSpPr>
            <a:spLocks noGrp="1" noChangeArrowheads="1"/>
          </p:cNvSpPr>
          <p:nvPr>
            <p:ph type="body" idx="1"/>
          </p:nvPr>
        </p:nvSpPr>
        <p:spPr>
          <a:xfrm>
            <a:off x="1066800" y="1124744"/>
            <a:ext cx="7543800" cy="4971256"/>
          </a:xfrm>
        </p:spPr>
        <p:txBody>
          <a:bodyPr/>
          <a:lstStyle/>
          <a:p>
            <a:pPr eaLnBrk="1" hangingPunct="1">
              <a:lnSpc>
                <a:spcPct val="90000"/>
              </a:lnSpc>
              <a:defRPr/>
            </a:pPr>
            <a:r>
              <a:rPr lang="ru-RU" sz="2400" dirty="0"/>
              <a:t>      </a:t>
            </a:r>
            <a:r>
              <a:rPr lang="ru-RU" sz="2400" b="1" dirty="0"/>
              <a:t>Структурный редактор</a:t>
            </a:r>
            <a:r>
              <a:rPr lang="ru-RU" sz="2400" dirty="0"/>
              <a:t> (</a:t>
            </a:r>
            <a:r>
              <a:rPr lang="ru-RU" sz="2400" dirty="0" err="1"/>
              <a:t>structured</a:t>
            </a:r>
            <a:r>
              <a:rPr lang="ru-RU" sz="2400" dirty="0"/>
              <a:t> </a:t>
            </a:r>
            <a:r>
              <a:rPr lang="ru-RU" sz="2400" dirty="0" err="1"/>
              <a:t>editor</a:t>
            </a:r>
            <a:r>
              <a:rPr lang="ru-RU" sz="2400" dirty="0"/>
              <a:t>) является, в своем роде, интеллектуальным текстовым процессором. Он может использовать информацию, выделенную из обработанного DTD, для того, чтобы подсказывать пользователю, какие элементы требуются в разных местах документах по мере редактирования. Он также может сильно упростить задачу подготовки документа, например, автоматически вставляя метки.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1" name="Rectangle 3">
            <a:extLst>
              <a:ext uri="{FF2B5EF4-FFF2-40B4-BE49-F238E27FC236}">
                <a16:creationId xmlns:a16="http://schemas.microsoft.com/office/drawing/2014/main" id="{CE3241A3-F30E-4DBC-B912-85D4146D09F0}"/>
              </a:ext>
            </a:extLst>
          </p:cNvPr>
          <p:cNvSpPr>
            <a:spLocks noGrp="1" noChangeArrowheads="1"/>
          </p:cNvSpPr>
          <p:nvPr>
            <p:ph type="body" idx="1"/>
          </p:nvPr>
        </p:nvSpPr>
        <p:spPr>
          <a:xfrm>
            <a:off x="1066800" y="1052736"/>
            <a:ext cx="7543800" cy="5043264"/>
          </a:xfrm>
        </p:spPr>
        <p:txBody>
          <a:bodyPr/>
          <a:lstStyle/>
          <a:p>
            <a:pPr eaLnBrk="1" hangingPunct="1">
              <a:lnSpc>
                <a:spcPct val="90000"/>
              </a:lnSpc>
              <a:defRPr/>
            </a:pPr>
            <a:r>
              <a:rPr lang="ru-RU" sz="2400" dirty="0"/>
              <a:t>      </a:t>
            </a:r>
            <a:r>
              <a:rPr lang="ru-RU" sz="2400" b="1" dirty="0" err="1"/>
              <a:t>Форматировщик</a:t>
            </a:r>
            <a:r>
              <a:rPr lang="ru-RU" sz="2400" dirty="0"/>
              <a:t> (</a:t>
            </a:r>
            <a:r>
              <a:rPr lang="ru-RU" sz="2400" dirty="0" err="1"/>
              <a:t>formatter</a:t>
            </a:r>
            <a:r>
              <a:rPr lang="ru-RU" sz="2400" dirty="0"/>
              <a:t>) использует размеченный экземпляр документа для генерации его печатной формы. Многие типографские различия набора, такие, как использование различных начертаний шрифта или его размера, тесно связаны со структурными различиями текста, так что </a:t>
            </a:r>
            <a:r>
              <a:rPr lang="ru-RU" sz="2400" dirty="0" err="1"/>
              <a:t>форматировщики</a:t>
            </a:r>
            <a:r>
              <a:rPr lang="ru-RU" sz="2400" dirty="0"/>
              <a:t> могут использовать знания, заложенные в описательной разметке. Можно, кроме того, определять структуру разметки для форматирующей программы при помощи параллельной структуры документа.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7" name="Rectangle 3">
            <a:extLst>
              <a:ext uri="{FF2B5EF4-FFF2-40B4-BE49-F238E27FC236}">
                <a16:creationId xmlns:a16="http://schemas.microsoft.com/office/drawing/2014/main" id="{722087B4-5988-4A21-AAD8-F756EEBA5A4D}"/>
              </a:ext>
            </a:extLst>
          </p:cNvPr>
          <p:cNvSpPr>
            <a:spLocks noGrp="1" noChangeArrowheads="1"/>
          </p:cNvSpPr>
          <p:nvPr>
            <p:ph type="body" idx="1"/>
          </p:nvPr>
        </p:nvSpPr>
        <p:spPr>
          <a:xfrm>
            <a:off x="1066800" y="980728"/>
            <a:ext cx="7543800" cy="5115272"/>
          </a:xfrm>
        </p:spPr>
        <p:txBody>
          <a:bodyPr/>
          <a:lstStyle/>
          <a:p>
            <a:pPr eaLnBrk="1" hangingPunct="1">
              <a:lnSpc>
                <a:spcPct val="80000"/>
              </a:lnSpc>
              <a:defRPr/>
            </a:pPr>
            <a:r>
              <a:rPr lang="ru-RU" sz="2000" dirty="0"/>
              <a:t>      Системы управления текст-ориентированными базами данных обычно используют инвертированные индексы, указывающие в документ или его подразделения. Можно организовывать поиск вхождений некоторого слова или образца внутри документа или его части. Осмысленное подразделение входных документов будет, безусловно, тесно связано с делением, заданным описательной разметкой. Таким образом, системам текстовых баз данных несложно использовать размеченные в SGML документы. Большое количество исследовательской работы в настоящее время в области расширения возможностей существующих (не текстовых) систем управления базами данных для использования преимуществ, даваемых явной SGML разметкой структурированной информации.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Rectangle 3">
            <a:extLst>
              <a:ext uri="{FF2B5EF4-FFF2-40B4-BE49-F238E27FC236}">
                <a16:creationId xmlns:a16="http://schemas.microsoft.com/office/drawing/2014/main" id="{D58E7FFE-8E90-437F-9192-4798940A120A}"/>
              </a:ext>
            </a:extLst>
          </p:cNvPr>
          <p:cNvSpPr>
            <a:spLocks noGrp="1" noChangeArrowheads="1"/>
          </p:cNvSpPr>
          <p:nvPr>
            <p:ph type="body" idx="1"/>
          </p:nvPr>
        </p:nvSpPr>
        <p:spPr>
          <a:xfrm>
            <a:off x="1066800" y="980728"/>
            <a:ext cx="7543800" cy="5115272"/>
          </a:xfrm>
        </p:spPr>
        <p:txBody>
          <a:bodyPr/>
          <a:lstStyle/>
          <a:p>
            <a:pPr eaLnBrk="1" hangingPunct="1">
              <a:lnSpc>
                <a:spcPct val="80000"/>
              </a:lnSpc>
              <a:defRPr/>
            </a:pPr>
            <a:r>
              <a:rPr lang="ru-RU" sz="2000" dirty="0"/>
              <a:t>      </a:t>
            </a:r>
            <a:r>
              <a:rPr lang="ru-RU" sz="2000" b="1" dirty="0"/>
              <a:t>Гипертекстовые</a:t>
            </a:r>
            <a:r>
              <a:rPr lang="ru-RU" sz="2000" dirty="0"/>
              <a:t> (</a:t>
            </a:r>
            <a:r>
              <a:rPr lang="ru-RU" sz="2000" dirty="0" err="1"/>
              <a:t>hypertext</a:t>
            </a:r>
            <a:r>
              <a:rPr lang="ru-RU" sz="2000" dirty="0"/>
              <a:t>) системы поддерживают ассоциативные связи внутри и между документами. Снова строительные блоки, необходимые такой системе, являются также и базовыми блоками SGML: возможность идентифицировать и связывать отдельные элементы документа вытекает из методов работы SGML. Явно размечая связи вместо использования закрытого программного обеспечения, создатели гипертекстов могут быть уверены, что создаваемые ими ресурсы надолго будут доступны. Все, что требуется для загрузки SGML документа в гипертекстовую систему, -- это процессор, умеющий корректно интерпретировать метки SGML, например, описанный в главе . </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F2BBC5F-5029-4990-98DC-6F61CCD678C0}"/>
              </a:ext>
            </a:extLst>
          </p:cNvPr>
          <p:cNvSpPr>
            <a:spLocks noGrp="1" noChangeArrowheads="1"/>
          </p:cNvSpPr>
          <p:nvPr>
            <p:ph type="title"/>
          </p:nvPr>
        </p:nvSpPr>
        <p:spPr/>
        <p:txBody>
          <a:bodyPr/>
          <a:lstStyle/>
          <a:p>
            <a:pPr eaLnBrk="1" hangingPunct="1">
              <a:defRPr/>
            </a:pPr>
            <a:r>
              <a:rPr lang="ru-RU"/>
              <a:t>В чем суть SGML? </a:t>
            </a:r>
            <a:br>
              <a:rPr lang="ru-RU"/>
            </a:br>
            <a:r>
              <a:rPr lang="ru-RU"/>
              <a:t>Отличия SGML</a:t>
            </a:r>
          </a:p>
        </p:txBody>
      </p:sp>
      <p:sp>
        <p:nvSpPr>
          <p:cNvPr id="9219" name="Rectangle 3">
            <a:extLst>
              <a:ext uri="{FF2B5EF4-FFF2-40B4-BE49-F238E27FC236}">
                <a16:creationId xmlns:a16="http://schemas.microsoft.com/office/drawing/2014/main" id="{86F6E98D-A8AF-4B59-AF05-7401840CCA26}"/>
              </a:ext>
            </a:extLst>
          </p:cNvPr>
          <p:cNvSpPr>
            <a:spLocks noGrp="1" noChangeArrowheads="1"/>
          </p:cNvSpPr>
          <p:nvPr>
            <p:ph type="body" idx="1"/>
          </p:nvPr>
        </p:nvSpPr>
        <p:spPr/>
        <p:txBody>
          <a:bodyPr/>
          <a:lstStyle/>
          <a:p>
            <a:pPr eaLnBrk="1" hangingPunct="1">
              <a:defRPr/>
            </a:pPr>
            <a:r>
              <a:rPr lang="ru-RU"/>
              <a:t>разделение информации и представления </a:t>
            </a:r>
          </a:p>
          <a:p>
            <a:pPr eaLnBrk="1" hangingPunct="1">
              <a:defRPr/>
            </a:pPr>
            <a:r>
              <a:rPr lang="ru-RU"/>
              <a:t>типизированные документы </a:t>
            </a:r>
          </a:p>
          <a:p>
            <a:pPr eaLnBrk="1" hangingPunct="1">
              <a:defRPr/>
            </a:pPr>
            <a:r>
              <a:rPr lang="ru-RU"/>
              <a:t>выявление структуры информации </a:t>
            </a:r>
          </a:p>
          <a:p>
            <a:pPr eaLnBrk="1" hangingPunct="1">
              <a:defRPr/>
            </a:pPr>
            <a:r>
              <a:rPr lang="ru-RU"/>
              <a:t>управление данными</a:t>
            </a:r>
          </a:p>
          <a:p>
            <a:pPr eaLnBrk="1" hangingPunct="1">
              <a:defRPr/>
            </a:pPr>
            <a:r>
              <a:rPr lang="ru-RU"/>
              <a:t>связывание документов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2CA2E1A-C93C-4325-9BE7-ED41E61480CD}"/>
              </a:ext>
            </a:extLst>
          </p:cNvPr>
          <p:cNvSpPr>
            <a:spLocks noGrp="1" noChangeArrowheads="1"/>
          </p:cNvSpPr>
          <p:nvPr>
            <p:ph type="title"/>
          </p:nvPr>
        </p:nvSpPr>
        <p:spPr/>
        <p:txBody>
          <a:bodyPr/>
          <a:lstStyle/>
          <a:p>
            <a:pPr eaLnBrk="1" hangingPunct="1">
              <a:defRPr/>
            </a:pPr>
            <a:r>
              <a:rPr lang="ru-RU"/>
              <a:t>Информация и представление</a:t>
            </a:r>
          </a:p>
        </p:txBody>
      </p:sp>
      <p:sp>
        <p:nvSpPr>
          <p:cNvPr id="12291" name="Rectangle 3">
            <a:extLst>
              <a:ext uri="{FF2B5EF4-FFF2-40B4-BE49-F238E27FC236}">
                <a16:creationId xmlns:a16="http://schemas.microsoft.com/office/drawing/2014/main" id="{961602EB-2007-42C4-929C-EB2C264EDA22}"/>
              </a:ext>
            </a:extLst>
          </p:cNvPr>
          <p:cNvSpPr>
            <a:spLocks noGrp="1" noChangeArrowheads="1"/>
          </p:cNvSpPr>
          <p:nvPr>
            <p:ph type="body" idx="1"/>
          </p:nvPr>
        </p:nvSpPr>
        <p:spPr>
          <a:xfrm>
            <a:off x="609600" y="1524000"/>
            <a:ext cx="8153400" cy="4419600"/>
          </a:xfrm>
        </p:spPr>
        <p:txBody>
          <a:bodyPr/>
          <a:lstStyle/>
          <a:p>
            <a:pPr eaLnBrk="1" hangingPunct="1">
              <a:defRPr/>
            </a:pPr>
            <a:r>
              <a:rPr lang="ru-RU"/>
              <a:t>описательная разметка вместо процедурной</a:t>
            </a:r>
          </a:p>
          <a:p>
            <a:pPr eaLnBrk="1" hangingPunct="1">
              <a:defRPr/>
            </a:pPr>
            <a:endParaRPr lang="ru-RU"/>
          </a:p>
          <a:p>
            <a:pPr eaLnBrk="1" hangingPunct="1">
              <a:defRPr/>
            </a:pPr>
            <a:endParaRPr lang="ru-RU"/>
          </a:p>
          <a:p>
            <a:pPr eaLnBrk="1" hangingPunct="1">
              <a:defRPr/>
            </a:pPr>
            <a:endParaRPr lang="ru-RU"/>
          </a:p>
          <a:p>
            <a:pPr eaLnBrk="1" hangingPunct="1">
              <a:defRPr/>
            </a:pPr>
            <a:endParaRPr lang="ru-RU" sz="3600"/>
          </a:p>
          <a:p>
            <a:pPr eaLnBrk="1" hangingPunct="1">
              <a:defRPr/>
            </a:pPr>
            <a:r>
              <a:rPr lang="ru-RU"/>
              <a:t>жесткая структура документа</a:t>
            </a:r>
          </a:p>
          <a:p>
            <a:pPr eaLnBrk="1" hangingPunct="1">
              <a:defRPr/>
            </a:pPr>
            <a:r>
              <a:rPr lang="ru-RU"/>
              <a:t>разные способы обработки документа</a:t>
            </a:r>
          </a:p>
          <a:p>
            <a:pPr eaLnBrk="1" hangingPunct="1">
              <a:defRPr/>
            </a:pPr>
            <a:r>
              <a:rPr lang="ru-RU"/>
              <a:t>стили </a:t>
            </a:r>
          </a:p>
        </p:txBody>
      </p:sp>
      <p:pic>
        <p:nvPicPr>
          <p:cNvPr id="87044" name="Picture 4" descr="descmarkup">
            <a:extLst>
              <a:ext uri="{FF2B5EF4-FFF2-40B4-BE49-F238E27FC236}">
                <a16:creationId xmlns:a16="http://schemas.microsoft.com/office/drawing/2014/main" id="{DBB8C1A3-6D76-41AA-B73B-B790288CE7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644775"/>
            <a:ext cx="2419350" cy="217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5" name="Picture 5" descr="procmarkup">
            <a:extLst>
              <a:ext uri="{FF2B5EF4-FFF2-40B4-BE49-F238E27FC236}">
                <a16:creationId xmlns:a16="http://schemas.microsoft.com/office/drawing/2014/main" id="{089B174F-9E4D-4FD8-B07E-CA8327DDCC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104" y="2628900"/>
            <a:ext cx="2438400"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3B70E922-49B1-49BE-A5C7-45741DEC4098}"/>
              </a:ext>
            </a:extLst>
          </p:cNvPr>
          <p:cNvSpPr>
            <a:spLocks noGrp="1" noChangeArrowheads="1"/>
          </p:cNvSpPr>
          <p:nvPr>
            <p:ph type="title"/>
          </p:nvPr>
        </p:nvSpPr>
        <p:spPr/>
        <p:txBody>
          <a:bodyPr/>
          <a:lstStyle/>
          <a:p>
            <a:pPr eaLnBrk="1" hangingPunct="1">
              <a:defRPr/>
            </a:pPr>
            <a:r>
              <a:rPr lang="ru-RU"/>
              <a:t>Типизированные документы</a:t>
            </a:r>
          </a:p>
        </p:txBody>
      </p:sp>
      <p:sp>
        <p:nvSpPr>
          <p:cNvPr id="14339" name="Rectangle 3">
            <a:extLst>
              <a:ext uri="{FF2B5EF4-FFF2-40B4-BE49-F238E27FC236}">
                <a16:creationId xmlns:a16="http://schemas.microsoft.com/office/drawing/2014/main" id="{310CF78F-0A58-4F52-98AD-95D6CC168D43}"/>
              </a:ext>
            </a:extLst>
          </p:cNvPr>
          <p:cNvSpPr>
            <a:spLocks noGrp="1" noChangeArrowheads="1"/>
          </p:cNvSpPr>
          <p:nvPr>
            <p:ph type="body" sz="half" idx="2"/>
          </p:nvPr>
        </p:nvSpPr>
        <p:spPr>
          <a:xfrm>
            <a:off x="4800600" y="2133600"/>
            <a:ext cx="4114800" cy="3048000"/>
          </a:xfrm>
        </p:spPr>
        <p:txBody>
          <a:bodyPr/>
          <a:lstStyle/>
          <a:p>
            <a:pPr eaLnBrk="1" hangingPunct="1">
              <a:defRPr/>
            </a:pPr>
            <a:r>
              <a:rPr lang="ru-RU" sz="2800"/>
              <a:t>понятие DTD</a:t>
            </a:r>
          </a:p>
          <a:p>
            <a:pPr eaLnBrk="1" hangingPunct="1">
              <a:defRPr/>
            </a:pPr>
            <a:r>
              <a:rPr lang="ru-RU" sz="2800"/>
              <a:t>анализаторы</a:t>
            </a:r>
          </a:p>
          <a:p>
            <a:pPr eaLnBrk="1" hangingPunct="1">
              <a:defRPr/>
            </a:pPr>
            <a:r>
              <a:rPr lang="ru-RU" sz="2800"/>
              <a:t>какие бывают DTD</a:t>
            </a:r>
          </a:p>
          <a:p>
            <a:pPr lvl="1" eaLnBrk="1" hangingPunct="1">
              <a:defRPr/>
            </a:pPr>
            <a:r>
              <a:rPr lang="ru-RU" sz="2400"/>
              <a:t>универсальные</a:t>
            </a:r>
          </a:p>
          <a:p>
            <a:pPr lvl="1" eaLnBrk="1" hangingPunct="1">
              <a:defRPr/>
            </a:pPr>
            <a:r>
              <a:rPr lang="ru-RU" sz="2400"/>
              <a:t>специализированные</a:t>
            </a:r>
          </a:p>
          <a:p>
            <a:pPr eaLnBrk="1" hangingPunct="1">
              <a:defRPr/>
            </a:pPr>
            <a:r>
              <a:rPr lang="ru-RU" sz="2800"/>
              <a:t>как сделать свой DTD?</a:t>
            </a:r>
          </a:p>
          <a:p>
            <a:pPr lvl="1" eaLnBrk="1" hangingPunct="1">
              <a:defRPr/>
            </a:pPr>
            <a:r>
              <a:rPr lang="ru-RU" sz="2400"/>
              <a:t>элементы и их структура</a:t>
            </a:r>
          </a:p>
          <a:p>
            <a:pPr lvl="1" eaLnBrk="1" hangingPunct="1">
              <a:defRPr/>
            </a:pPr>
            <a:r>
              <a:rPr lang="ru-RU" sz="2400"/>
              <a:t>атрибуты</a:t>
            </a:r>
          </a:p>
        </p:txBody>
      </p:sp>
      <p:pic>
        <p:nvPicPr>
          <p:cNvPr id="88068" name="Picture 4" descr="dtdshot">
            <a:extLst>
              <a:ext uri="{FF2B5EF4-FFF2-40B4-BE49-F238E27FC236}">
                <a16:creationId xmlns:a16="http://schemas.microsoft.com/office/drawing/2014/main" id="{823EEC51-1A05-497E-AA2C-2E31439A11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965325"/>
            <a:ext cx="4419600" cy="340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CE9D1D88-9D5F-45CD-A5A5-EB54F03812B1}"/>
              </a:ext>
            </a:extLst>
          </p:cNvPr>
          <p:cNvSpPr>
            <a:spLocks noGrp="1" noChangeArrowheads="1"/>
          </p:cNvSpPr>
          <p:nvPr>
            <p:ph type="title"/>
          </p:nvPr>
        </p:nvSpPr>
        <p:spPr/>
        <p:txBody>
          <a:bodyPr/>
          <a:lstStyle/>
          <a:p>
            <a:pPr eaLnBrk="1" hangingPunct="1">
              <a:defRPr/>
            </a:pPr>
            <a:r>
              <a:rPr lang="ru-RU"/>
              <a:t>Структура информации</a:t>
            </a:r>
          </a:p>
        </p:txBody>
      </p:sp>
      <p:sp>
        <p:nvSpPr>
          <p:cNvPr id="16387" name="Rectangle 3">
            <a:extLst>
              <a:ext uri="{FF2B5EF4-FFF2-40B4-BE49-F238E27FC236}">
                <a16:creationId xmlns:a16="http://schemas.microsoft.com/office/drawing/2014/main" id="{C6BFE4C5-C495-4A22-97B3-C2A8647B75EA}"/>
              </a:ext>
            </a:extLst>
          </p:cNvPr>
          <p:cNvSpPr>
            <a:spLocks noGrp="1" noChangeArrowheads="1"/>
          </p:cNvSpPr>
          <p:nvPr>
            <p:ph type="body" idx="1"/>
          </p:nvPr>
        </p:nvSpPr>
        <p:spPr>
          <a:xfrm>
            <a:off x="342900" y="1524000"/>
            <a:ext cx="7543800" cy="4114800"/>
          </a:xfrm>
        </p:spPr>
        <p:txBody>
          <a:bodyPr/>
          <a:lstStyle/>
          <a:p>
            <a:pPr eaLnBrk="1" hangingPunct="1">
              <a:defRPr/>
            </a:pPr>
            <a:r>
              <a:rPr lang="ru-RU" dirty="0"/>
              <a:t>структурные элементы</a:t>
            </a:r>
          </a:p>
          <a:p>
            <a:pPr eaLnBrk="1" hangingPunct="1">
              <a:defRPr/>
            </a:pPr>
            <a:r>
              <a:rPr lang="ru-RU" dirty="0"/>
              <a:t>обработка текста в контексте структуры</a:t>
            </a:r>
          </a:p>
          <a:p>
            <a:pPr eaLnBrk="1" hangingPunct="1">
              <a:defRPr/>
            </a:pPr>
            <a:r>
              <a:rPr lang="ru-RU" dirty="0"/>
              <a:t>Пример:</a:t>
            </a:r>
          </a:p>
        </p:txBody>
      </p:sp>
      <p:sp>
        <p:nvSpPr>
          <p:cNvPr id="89092" name="Rectangle 5">
            <a:extLst>
              <a:ext uri="{FF2B5EF4-FFF2-40B4-BE49-F238E27FC236}">
                <a16:creationId xmlns:a16="http://schemas.microsoft.com/office/drawing/2014/main" id="{2D9A9693-48A8-4EFA-91F3-069E9AE85678}"/>
              </a:ext>
            </a:extLst>
          </p:cNvPr>
          <p:cNvSpPr>
            <a:spLocks noChangeArrowheads="1"/>
          </p:cNvSpPr>
          <p:nvPr/>
        </p:nvSpPr>
        <p:spPr bwMode="auto">
          <a:xfrm>
            <a:off x="2800350" y="3356426"/>
            <a:ext cx="1143000" cy="457200"/>
          </a:xfrm>
          <a:prstGeom prst="rect">
            <a:avLst/>
          </a:prstGeom>
          <a:solidFill>
            <a:schemeClr val="accent2"/>
          </a:solidFill>
          <a:ln w="12700">
            <a:solidFill>
              <a:schemeClr val="tx1"/>
            </a:solidFill>
            <a:miter lim="800000"/>
            <a:headEnd type="none" w="sm" len="sm"/>
            <a:tailEnd type="none" w="sm" len="sm"/>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ru-RU" altLang="ru-RU" sz="2400" dirty="0">
                <a:solidFill>
                  <a:schemeClr val="bg1"/>
                </a:solidFill>
                <a:latin typeface="Courier New" panose="02070309020205020404" pitchFamily="49" charset="0"/>
              </a:rPr>
              <a:t>Книга</a:t>
            </a:r>
          </a:p>
        </p:txBody>
      </p:sp>
      <p:sp>
        <p:nvSpPr>
          <p:cNvPr id="89093" name="Rectangle 7">
            <a:extLst>
              <a:ext uri="{FF2B5EF4-FFF2-40B4-BE49-F238E27FC236}">
                <a16:creationId xmlns:a16="http://schemas.microsoft.com/office/drawing/2014/main" id="{25B1DE73-B58D-4650-A04B-818A6DA9C143}"/>
              </a:ext>
            </a:extLst>
          </p:cNvPr>
          <p:cNvSpPr>
            <a:spLocks noChangeArrowheads="1"/>
          </p:cNvSpPr>
          <p:nvPr/>
        </p:nvSpPr>
        <p:spPr bwMode="auto">
          <a:xfrm>
            <a:off x="4000500" y="3813626"/>
            <a:ext cx="1143000" cy="457200"/>
          </a:xfrm>
          <a:prstGeom prst="rect">
            <a:avLst/>
          </a:prstGeom>
          <a:solidFill>
            <a:schemeClr val="accent2"/>
          </a:solidFill>
          <a:ln w="12700">
            <a:solidFill>
              <a:schemeClr val="tx1"/>
            </a:solidFill>
            <a:miter lim="800000"/>
            <a:headEnd type="none" w="sm" len="sm"/>
            <a:tailEnd type="none" w="sm" len="sm"/>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ru-RU" altLang="ru-RU" sz="2400" dirty="0">
                <a:solidFill>
                  <a:schemeClr val="bg1"/>
                </a:solidFill>
                <a:latin typeface="Courier New" panose="02070309020205020404" pitchFamily="49" charset="0"/>
              </a:rPr>
              <a:t>Глава</a:t>
            </a:r>
          </a:p>
        </p:txBody>
      </p:sp>
      <p:sp>
        <p:nvSpPr>
          <p:cNvPr id="89094" name="Rectangle 8">
            <a:extLst>
              <a:ext uri="{FF2B5EF4-FFF2-40B4-BE49-F238E27FC236}">
                <a16:creationId xmlns:a16="http://schemas.microsoft.com/office/drawing/2014/main" id="{4C8AE691-1D33-4666-AE56-EBBB18274FAD}"/>
              </a:ext>
            </a:extLst>
          </p:cNvPr>
          <p:cNvSpPr>
            <a:spLocks noChangeArrowheads="1"/>
          </p:cNvSpPr>
          <p:nvPr/>
        </p:nvSpPr>
        <p:spPr bwMode="auto">
          <a:xfrm>
            <a:off x="4838700" y="4525869"/>
            <a:ext cx="1143000" cy="457200"/>
          </a:xfrm>
          <a:prstGeom prst="rect">
            <a:avLst/>
          </a:prstGeom>
          <a:solidFill>
            <a:schemeClr val="accent2"/>
          </a:solidFill>
          <a:ln w="12700">
            <a:solidFill>
              <a:schemeClr val="tx1"/>
            </a:solidFill>
            <a:miter lim="800000"/>
            <a:headEnd type="none" w="sm" len="sm"/>
            <a:tailEnd type="none" w="sm" len="sm"/>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ru-RU" altLang="ru-RU" sz="2400" dirty="0">
                <a:solidFill>
                  <a:schemeClr val="bg1"/>
                </a:solidFill>
                <a:latin typeface="Courier New" panose="02070309020205020404" pitchFamily="49" charset="0"/>
              </a:rPr>
              <a:t>Раздел</a:t>
            </a:r>
          </a:p>
        </p:txBody>
      </p:sp>
      <p:sp>
        <p:nvSpPr>
          <p:cNvPr id="89095" name="Rectangle 9">
            <a:extLst>
              <a:ext uri="{FF2B5EF4-FFF2-40B4-BE49-F238E27FC236}">
                <a16:creationId xmlns:a16="http://schemas.microsoft.com/office/drawing/2014/main" id="{7427BD2B-5871-4AEE-B63F-228C23897AF2}"/>
              </a:ext>
            </a:extLst>
          </p:cNvPr>
          <p:cNvSpPr>
            <a:spLocks noChangeArrowheads="1"/>
          </p:cNvSpPr>
          <p:nvPr/>
        </p:nvSpPr>
        <p:spPr bwMode="auto">
          <a:xfrm>
            <a:off x="6342112" y="5343965"/>
            <a:ext cx="1676400" cy="457200"/>
          </a:xfrm>
          <a:prstGeom prst="rect">
            <a:avLst/>
          </a:prstGeom>
          <a:solidFill>
            <a:schemeClr val="accent2"/>
          </a:solidFill>
          <a:ln w="12700">
            <a:solidFill>
              <a:schemeClr val="tx1"/>
            </a:solidFill>
            <a:miter lim="800000"/>
            <a:headEnd type="none" w="sm" len="sm"/>
            <a:tailEnd type="none" w="sm" len="sm"/>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ru-RU" altLang="ru-RU" sz="2400" dirty="0">
                <a:solidFill>
                  <a:schemeClr val="bg1"/>
                </a:solidFill>
                <a:latin typeface="Courier New" panose="02070309020205020404" pitchFamily="49" charset="0"/>
              </a:rPr>
              <a:t>параграф</a:t>
            </a:r>
          </a:p>
        </p:txBody>
      </p:sp>
      <p:sp>
        <p:nvSpPr>
          <p:cNvPr id="89096" name="Rectangle 10">
            <a:extLst>
              <a:ext uri="{FF2B5EF4-FFF2-40B4-BE49-F238E27FC236}">
                <a16:creationId xmlns:a16="http://schemas.microsoft.com/office/drawing/2014/main" id="{ADACA348-97E7-4F7C-BF44-4CC0A51A6D7B}"/>
              </a:ext>
            </a:extLst>
          </p:cNvPr>
          <p:cNvSpPr>
            <a:spLocks noChangeArrowheads="1"/>
          </p:cNvSpPr>
          <p:nvPr/>
        </p:nvSpPr>
        <p:spPr bwMode="auto">
          <a:xfrm>
            <a:off x="6434724" y="6057554"/>
            <a:ext cx="1676400" cy="457200"/>
          </a:xfrm>
          <a:prstGeom prst="rect">
            <a:avLst/>
          </a:prstGeom>
          <a:solidFill>
            <a:schemeClr val="accent2"/>
          </a:solidFill>
          <a:ln w="12700">
            <a:solidFill>
              <a:schemeClr val="tx1"/>
            </a:solidFill>
            <a:miter lim="800000"/>
            <a:headEnd type="none" w="sm" len="sm"/>
            <a:tailEnd type="none" w="sm" len="sm"/>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ru-RU" altLang="ru-RU" sz="2400" dirty="0">
                <a:solidFill>
                  <a:schemeClr val="bg1"/>
                </a:solidFill>
                <a:latin typeface="Courier New" panose="02070309020205020404" pitchFamily="49" charset="0"/>
              </a:rPr>
              <a:t>таблица</a:t>
            </a:r>
          </a:p>
        </p:txBody>
      </p:sp>
      <p:cxnSp>
        <p:nvCxnSpPr>
          <p:cNvPr id="89097" name="AutoShape 11">
            <a:extLst>
              <a:ext uri="{FF2B5EF4-FFF2-40B4-BE49-F238E27FC236}">
                <a16:creationId xmlns:a16="http://schemas.microsoft.com/office/drawing/2014/main" id="{838CB0D8-1E8A-4F6F-B938-B6F77F1AD5C1}"/>
              </a:ext>
            </a:extLst>
          </p:cNvPr>
          <p:cNvCxnSpPr>
            <a:cxnSpLocks noChangeShapeType="1"/>
            <a:stCxn id="89092" idx="2"/>
            <a:endCxn id="89093" idx="1"/>
          </p:cNvCxnSpPr>
          <p:nvPr/>
        </p:nvCxnSpPr>
        <p:spPr bwMode="auto">
          <a:xfrm rot="16200000" flipH="1">
            <a:off x="3571875" y="3613601"/>
            <a:ext cx="228600" cy="628650"/>
          </a:xfrm>
          <a:prstGeom prst="bentConnector2">
            <a:avLst/>
          </a:prstGeom>
          <a:noFill/>
          <a:ln w="12700">
            <a:solidFill>
              <a:schemeClr val="tx1"/>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89098" name="AutoShape 12">
            <a:extLst>
              <a:ext uri="{FF2B5EF4-FFF2-40B4-BE49-F238E27FC236}">
                <a16:creationId xmlns:a16="http://schemas.microsoft.com/office/drawing/2014/main" id="{647E0753-4C52-4B33-9478-AB512B617BCB}"/>
              </a:ext>
            </a:extLst>
          </p:cNvPr>
          <p:cNvCxnSpPr>
            <a:cxnSpLocks noChangeShapeType="1"/>
            <a:stCxn id="89093" idx="2"/>
            <a:endCxn id="89094" idx="1"/>
          </p:cNvCxnSpPr>
          <p:nvPr/>
        </p:nvCxnSpPr>
        <p:spPr bwMode="auto">
          <a:xfrm rot="16200000" flipH="1">
            <a:off x="4463529" y="4379297"/>
            <a:ext cx="483643" cy="266700"/>
          </a:xfrm>
          <a:prstGeom prst="bentConnector2">
            <a:avLst/>
          </a:prstGeom>
          <a:noFill/>
          <a:ln w="12700">
            <a:solidFill>
              <a:schemeClr val="tx1"/>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89099" name="AutoShape 13">
            <a:extLst>
              <a:ext uri="{FF2B5EF4-FFF2-40B4-BE49-F238E27FC236}">
                <a16:creationId xmlns:a16="http://schemas.microsoft.com/office/drawing/2014/main" id="{DAAC6858-F89A-4057-B5CB-3C0DB0650D35}"/>
              </a:ext>
            </a:extLst>
          </p:cNvPr>
          <p:cNvCxnSpPr>
            <a:cxnSpLocks noChangeShapeType="1"/>
            <a:stCxn id="89094" idx="2"/>
            <a:endCxn id="89095" idx="1"/>
          </p:cNvCxnSpPr>
          <p:nvPr/>
        </p:nvCxnSpPr>
        <p:spPr bwMode="auto">
          <a:xfrm rot="16200000" flipH="1">
            <a:off x="5581408" y="4811861"/>
            <a:ext cx="589496" cy="931912"/>
          </a:xfrm>
          <a:prstGeom prst="bentConnector2">
            <a:avLst/>
          </a:prstGeom>
          <a:noFill/>
          <a:ln w="12700">
            <a:solidFill>
              <a:schemeClr val="tx1"/>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89100" name="AutoShape 14">
            <a:extLst>
              <a:ext uri="{FF2B5EF4-FFF2-40B4-BE49-F238E27FC236}">
                <a16:creationId xmlns:a16="http://schemas.microsoft.com/office/drawing/2014/main" id="{5A0D04E7-EFBC-42CD-8146-51CF1ECD22FE}"/>
              </a:ext>
            </a:extLst>
          </p:cNvPr>
          <p:cNvCxnSpPr>
            <a:cxnSpLocks noChangeShapeType="1"/>
            <a:endCxn id="89096" idx="1"/>
          </p:cNvCxnSpPr>
          <p:nvPr/>
        </p:nvCxnSpPr>
        <p:spPr bwMode="auto">
          <a:xfrm rot="16200000" flipH="1">
            <a:off x="5477226" y="5328656"/>
            <a:ext cx="1303088" cy="611907"/>
          </a:xfrm>
          <a:prstGeom prst="bentConnector2">
            <a:avLst/>
          </a:prstGeom>
          <a:noFill/>
          <a:ln w="12700">
            <a:solidFill>
              <a:schemeClr val="tx1"/>
            </a:solidFill>
            <a:miter lim="800000"/>
            <a:headEnd type="none" w="sm" len="sm"/>
            <a:tailEnd type="none" w="sm" len="sm"/>
          </a:ln>
          <a:extLst>
            <a:ext uri="{909E8E84-426E-40DD-AFC4-6F175D3DCCD1}">
              <a14:hiddenFill xmlns:a14="http://schemas.microsoft.com/office/drawing/2010/main">
                <a:noFill/>
              </a14:hiddenFill>
            </a:ext>
          </a:extLst>
        </p:spPr>
      </p:cxn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62AF67B5-29E3-4351-9087-39F4646197C5}"/>
              </a:ext>
            </a:extLst>
          </p:cNvPr>
          <p:cNvSpPr>
            <a:spLocks noGrp="1" noChangeArrowheads="1"/>
          </p:cNvSpPr>
          <p:nvPr>
            <p:ph type="title"/>
          </p:nvPr>
        </p:nvSpPr>
        <p:spPr/>
        <p:txBody>
          <a:bodyPr/>
          <a:lstStyle/>
          <a:p>
            <a:pPr eaLnBrk="1" hangingPunct="1">
              <a:defRPr/>
            </a:pPr>
            <a:r>
              <a:rPr lang="ru-RU"/>
              <a:t>Связывание документов</a:t>
            </a:r>
          </a:p>
        </p:txBody>
      </p:sp>
      <p:sp>
        <p:nvSpPr>
          <p:cNvPr id="26627" name="Rectangle 3">
            <a:extLst>
              <a:ext uri="{FF2B5EF4-FFF2-40B4-BE49-F238E27FC236}">
                <a16:creationId xmlns:a16="http://schemas.microsoft.com/office/drawing/2014/main" id="{6C86B0F5-85AC-453B-9E6D-62017E99D50D}"/>
              </a:ext>
            </a:extLst>
          </p:cNvPr>
          <p:cNvSpPr>
            <a:spLocks noGrp="1" noChangeArrowheads="1"/>
          </p:cNvSpPr>
          <p:nvPr>
            <p:ph type="body" idx="1"/>
          </p:nvPr>
        </p:nvSpPr>
        <p:spPr/>
        <p:txBody>
          <a:bodyPr/>
          <a:lstStyle/>
          <a:p>
            <a:pPr eaLnBrk="1" hangingPunct="1">
              <a:defRPr/>
            </a:pPr>
            <a:r>
              <a:rPr lang="ru-RU"/>
              <a:t>гарантия целостности</a:t>
            </a:r>
          </a:p>
          <a:p>
            <a:pPr eaLnBrk="1" hangingPunct="1">
              <a:defRPr/>
            </a:pPr>
            <a:r>
              <a:rPr lang="ru-RU"/>
              <a:t>двусторонние связи</a:t>
            </a:r>
          </a:p>
          <a:p>
            <a:pPr eaLnBrk="1" hangingPunct="1">
              <a:defRPr/>
            </a:pPr>
            <a:r>
              <a:rPr lang="ru-RU"/>
              <a:t>связи «один-ко-многим» и «многие-ко-многим»</a:t>
            </a:r>
          </a:p>
          <a:p>
            <a:pPr eaLnBrk="1" hangingPunct="1">
              <a:defRPr/>
            </a:pPr>
            <a:r>
              <a:rPr lang="ru-RU"/>
              <a:t>связи с произвольными точками документа</a:t>
            </a:r>
          </a:p>
          <a:p>
            <a:pPr eaLnBrk="1" hangingPunct="1">
              <a:defRPr/>
            </a:pPr>
            <a:r>
              <a:rPr lang="ru-RU"/>
              <a:t>Пример:</a:t>
            </a:r>
          </a:p>
          <a:p>
            <a:pPr lvl="1" eaLnBrk="1" hangingPunct="1">
              <a:defRPr/>
            </a:pPr>
            <a:r>
              <a:rPr lang="ru-RU"/>
              <a:t>«ссылка на 3-ю главу 4-й части Руководства Администратора»</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6650421-D3C2-4751-AB93-A8B05523A1B1}"/>
              </a:ext>
            </a:extLst>
          </p:cNvPr>
          <p:cNvSpPr>
            <a:spLocks noGrp="1" noChangeArrowheads="1"/>
          </p:cNvSpPr>
          <p:nvPr>
            <p:ph type="title"/>
          </p:nvPr>
        </p:nvSpPr>
        <p:spPr/>
        <p:txBody>
          <a:bodyPr/>
          <a:lstStyle/>
          <a:p>
            <a:pPr eaLnBrk="1" hangingPunct="1">
              <a:defRPr/>
            </a:pPr>
            <a:r>
              <a:rPr lang="ru-RU"/>
              <a:t>Преимущества SGML</a:t>
            </a:r>
          </a:p>
        </p:txBody>
      </p:sp>
      <p:sp>
        <p:nvSpPr>
          <p:cNvPr id="28675" name="Rectangle 3">
            <a:extLst>
              <a:ext uri="{FF2B5EF4-FFF2-40B4-BE49-F238E27FC236}">
                <a16:creationId xmlns:a16="http://schemas.microsoft.com/office/drawing/2014/main" id="{0DE6DCA6-4132-4F48-A4A5-48F24CFECC08}"/>
              </a:ext>
            </a:extLst>
          </p:cNvPr>
          <p:cNvSpPr>
            <a:spLocks noGrp="1" noChangeArrowheads="1"/>
          </p:cNvSpPr>
          <p:nvPr>
            <p:ph type="body" idx="1"/>
          </p:nvPr>
        </p:nvSpPr>
        <p:spPr/>
        <p:txBody>
          <a:bodyPr/>
          <a:lstStyle/>
          <a:p>
            <a:pPr eaLnBrk="1" hangingPunct="1">
              <a:defRPr/>
            </a:pPr>
            <a:r>
              <a:rPr lang="ru-RU"/>
              <a:t>Продуктивность</a:t>
            </a:r>
          </a:p>
          <a:p>
            <a:pPr eaLnBrk="1" hangingPunct="1">
              <a:defRPr/>
            </a:pPr>
            <a:r>
              <a:rPr lang="ru-RU"/>
              <a:t>Единая стилистика</a:t>
            </a:r>
          </a:p>
          <a:p>
            <a:pPr eaLnBrk="1" hangingPunct="1">
              <a:defRPr/>
            </a:pPr>
            <a:r>
              <a:rPr lang="ru-RU"/>
              <a:t>Повторное использование</a:t>
            </a:r>
          </a:p>
          <a:p>
            <a:pPr eaLnBrk="1" hangingPunct="1">
              <a:defRPr/>
            </a:pPr>
            <a:r>
              <a:rPr lang="ru-RU"/>
              <a:t>Долговечность информации</a:t>
            </a:r>
          </a:p>
          <a:p>
            <a:pPr eaLnBrk="1" hangingPunct="1">
              <a:defRPr/>
            </a:pPr>
            <a:r>
              <a:rPr lang="ru-RU"/>
              <a:t>Разделяемость</a:t>
            </a:r>
          </a:p>
          <a:p>
            <a:pPr eaLnBrk="1" hangingPunct="1">
              <a:defRPr/>
            </a:pPr>
            <a:r>
              <a:rPr lang="ru-RU"/>
              <a:t>Мобильность</a:t>
            </a:r>
          </a:p>
          <a:p>
            <a:pPr eaLnBrk="1" hangingPunct="1">
              <a:defRPr/>
            </a:pPr>
            <a:r>
              <a:rPr lang="ru-RU"/>
              <a:t>Гибкость</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F3E9AB5D-CA58-4E77-B9A1-7C6463FFC772}"/>
              </a:ext>
            </a:extLst>
          </p:cNvPr>
          <p:cNvSpPr>
            <a:spLocks noGrp="1" noChangeArrowheads="1"/>
          </p:cNvSpPr>
          <p:nvPr>
            <p:ph type="title"/>
          </p:nvPr>
        </p:nvSpPr>
        <p:spPr>
          <a:xfrm>
            <a:off x="1066800" y="304801"/>
            <a:ext cx="7543800" cy="963960"/>
          </a:xfrm>
        </p:spPr>
        <p:txBody>
          <a:bodyPr/>
          <a:lstStyle/>
          <a:p>
            <a:pPr eaLnBrk="1" hangingPunct="1">
              <a:defRPr/>
            </a:pPr>
            <a:r>
              <a:rPr lang="ru-RU" dirty="0"/>
              <a:t>SGML и другие</a:t>
            </a:r>
          </a:p>
        </p:txBody>
      </p:sp>
      <p:sp>
        <p:nvSpPr>
          <p:cNvPr id="32771" name="Rectangle 3">
            <a:extLst>
              <a:ext uri="{FF2B5EF4-FFF2-40B4-BE49-F238E27FC236}">
                <a16:creationId xmlns:a16="http://schemas.microsoft.com/office/drawing/2014/main" id="{0A3DF26A-FC12-42CF-85DC-3AE17B84E3DD}"/>
              </a:ext>
            </a:extLst>
          </p:cNvPr>
          <p:cNvSpPr>
            <a:spLocks noGrp="1" noChangeArrowheads="1"/>
          </p:cNvSpPr>
          <p:nvPr>
            <p:ph type="body" idx="1"/>
          </p:nvPr>
        </p:nvSpPr>
        <p:spPr>
          <a:xfrm>
            <a:off x="1066800" y="1412776"/>
            <a:ext cx="7543800" cy="5140424"/>
          </a:xfrm>
        </p:spPr>
        <p:txBody>
          <a:bodyPr/>
          <a:lstStyle/>
          <a:p>
            <a:pPr eaLnBrk="1" hangingPunct="1">
              <a:defRPr/>
            </a:pPr>
            <a:r>
              <a:rPr lang="ru-RU" sz="2400" dirty="0"/>
              <a:t>HTML</a:t>
            </a:r>
          </a:p>
          <a:p>
            <a:pPr lvl="1" eaLnBrk="1" hangingPunct="1">
              <a:defRPr/>
            </a:pPr>
            <a:r>
              <a:rPr lang="ru-RU" sz="2400" dirty="0"/>
              <a:t>уклон в сторону представления</a:t>
            </a:r>
          </a:p>
          <a:p>
            <a:pPr lvl="1" eaLnBrk="1" hangingPunct="1">
              <a:defRPr/>
            </a:pPr>
            <a:r>
              <a:rPr lang="ru-RU" sz="2400" dirty="0"/>
              <a:t>размытость стандарта</a:t>
            </a:r>
          </a:p>
          <a:p>
            <a:pPr lvl="1" eaLnBrk="1" hangingPunct="1">
              <a:defRPr/>
            </a:pPr>
            <a:r>
              <a:rPr lang="ru-RU" sz="2400" dirty="0"/>
              <a:t>нет возможностей расширения</a:t>
            </a:r>
          </a:p>
          <a:p>
            <a:pPr eaLnBrk="1" hangingPunct="1">
              <a:defRPr/>
            </a:pPr>
            <a:r>
              <a:rPr lang="ru-RU" sz="2400" dirty="0"/>
              <a:t>MS </a:t>
            </a:r>
            <a:r>
              <a:rPr lang="en-US" sz="2400" dirty="0"/>
              <a:t>Word</a:t>
            </a:r>
            <a:endParaRPr lang="ru-RU" sz="2400" dirty="0"/>
          </a:p>
          <a:p>
            <a:pPr lvl="1" eaLnBrk="1" hangingPunct="1">
              <a:defRPr/>
            </a:pPr>
            <a:r>
              <a:rPr lang="ru-RU" sz="2400" dirty="0"/>
              <a:t>закрытый</a:t>
            </a:r>
          </a:p>
          <a:p>
            <a:pPr lvl="1" eaLnBrk="1" hangingPunct="1">
              <a:defRPr/>
            </a:pPr>
            <a:r>
              <a:rPr lang="ru-RU" sz="2400" dirty="0"/>
              <a:t>слабые средства автоматизации</a:t>
            </a:r>
          </a:p>
          <a:p>
            <a:pPr lvl="1" eaLnBrk="1" hangingPunct="1">
              <a:defRPr/>
            </a:pPr>
            <a:r>
              <a:rPr lang="ru-RU" sz="2400" dirty="0"/>
              <a:t>нет смысловой и структурной разметки</a:t>
            </a:r>
          </a:p>
          <a:p>
            <a:pPr eaLnBrk="1" hangingPunct="1">
              <a:defRPr/>
            </a:pPr>
            <a:r>
              <a:rPr lang="en-US" sz="2400" dirty="0" err="1"/>
              <a:t>TeX</a:t>
            </a:r>
            <a:endParaRPr lang="ru-RU" sz="2400" dirty="0"/>
          </a:p>
          <a:p>
            <a:pPr lvl="1" eaLnBrk="1" hangingPunct="1">
              <a:defRPr/>
            </a:pPr>
            <a:r>
              <a:rPr lang="ru-RU" sz="2400" dirty="0"/>
              <a:t>сложный, низкоуровневый</a:t>
            </a:r>
          </a:p>
          <a:p>
            <a:pPr lvl="1" eaLnBrk="1" hangingPunct="1">
              <a:defRPr/>
            </a:pPr>
            <a:r>
              <a:rPr lang="ru-RU" sz="2400" dirty="0"/>
              <a:t>плохо экспортируется в </a:t>
            </a:r>
            <a:r>
              <a:rPr lang="en-US" sz="2400" dirty="0"/>
              <a:t>Word</a:t>
            </a:r>
            <a:endParaRPr lang="ru-RU" sz="2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BDAEF907-3CEA-449E-8304-321925593A24}"/>
              </a:ext>
            </a:extLst>
          </p:cNvPr>
          <p:cNvSpPr>
            <a:spLocks noGrp="1" noChangeArrowheads="1"/>
          </p:cNvSpPr>
          <p:nvPr>
            <p:ph type="title"/>
          </p:nvPr>
        </p:nvSpPr>
        <p:spPr/>
        <p:txBody>
          <a:bodyPr/>
          <a:lstStyle/>
          <a:p>
            <a:pPr eaLnBrk="1" hangingPunct="1">
              <a:defRPr/>
            </a:pPr>
            <a:r>
              <a:rPr lang="ru-RU"/>
              <a:t>Как это делается</a:t>
            </a:r>
          </a:p>
        </p:txBody>
      </p:sp>
      <p:sp>
        <p:nvSpPr>
          <p:cNvPr id="94211" name="AutoShape 5">
            <a:extLst>
              <a:ext uri="{FF2B5EF4-FFF2-40B4-BE49-F238E27FC236}">
                <a16:creationId xmlns:a16="http://schemas.microsoft.com/office/drawing/2014/main" id="{37D86157-46A6-41B3-AEC2-DFC2E0D1EEEF}"/>
              </a:ext>
            </a:extLst>
          </p:cNvPr>
          <p:cNvSpPr>
            <a:spLocks noChangeArrowheads="1"/>
          </p:cNvSpPr>
          <p:nvPr/>
        </p:nvSpPr>
        <p:spPr bwMode="auto">
          <a:xfrm>
            <a:off x="381000" y="2209800"/>
            <a:ext cx="1371600" cy="2057400"/>
          </a:xfrm>
          <a:prstGeom prst="flowChartMultidocument">
            <a:avLst/>
          </a:prstGeom>
          <a:solidFill>
            <a:schemeClr val="tx1"/>
          </a:solidFill>
          <a:ln w="12700">
            <a:solidFill>
              <a:schemeClr val="bg2"/>
            </a:solidFill>
            <a:miter lim="800000"/>
            <a:headEnd type="none" w="sm" len="sm"/>
            <a:tailEnd type="none" w="sm" len="sm"/>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endParaRPr lang="en-US" altLang="ru-RU" sz="2400">
              <a:solidFill>
                <a:schemeClr val="bg2"/>
              </a:solidFill>
              <a:latin typeface="Times New Roman" panose="02020603050405020304" pitchFamily="18" charset="0"/>
            </a:endParaRPr>
          </a:p>
        </p:txBody>
      </p:sp>
      <p:sp>
        <p:nvSpPr>
          <p:cNvPr id="94212" name="AutoShape 6">
            <a:extLst>
              <a:ext uri="{FF2B5EF4-FFF2-40B4-BE49-F238E27FC236}">
                <a16:creationId xmlns:a16="http://schemas.microsoft.com/office/drawing/2014/main" id="{DB7D2175-B32F-4820-8E7A-061A12BB7AB6}"/>
              </a:ext>
            </a:extLst>
          </p:cNvPr>
          <p:cNvSpPr>
            <a:spLocks noChangeArrowheads="1"/>
          </p:cNvSpPr>
          <p:nvPr/>
        </p:nvSpPr>
        <p:spPr bwMode="auto">
          <a:xfrm>
            <a:off x="6629400" y="1981200"/>
            <a:ext cx="1219200" cy="1219200"/>
          </a:xfrm>
          <a:prstGeom prst="flowChartMultidocument">
            <a:avLst/>
          </a:prstGeom>
          <a:solidFill>
            <a:schemeClr val="tx1"/>
          </a:solidFill>
          <a:ln w="12700">
            <a:solidFill>
              <a:schemeClr val="bg2"/>
            </a:solidFill>
            <a:miter lim="800000"/>
            <a:headEnd type="none" w="sm" len="sm"/>
            <a:tailEnd type="none" w="sm" len="sm"/>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ru-RU" sz="2400">
                <a:solidFill>
                  <a:schemeClr val="bg2"/>
                </a:solidFill>
                <a:latin typeface="Times New Roman" panose="02020603050405020304" pitchFamily="18" charset="0"/>
              </a:rPr>
              <a:t>DTD</a:t>
            </a:r>
            <a:endParaRPr lang="ru-RU" altLang="ru-RU" sz="2400">
              <a:solidFill>
                <a:schemeClr val="bg2"/>
              </a:solidFill>
              <a:latin typeface="Times New Roman" panose="02020603050405020304" pitchFamily="18" charset="0"/>
            </a:endParaRPr>
          </a:p>
        </p:txBody>
      </p:sp>
      <p:sp>
        <p:nvSpPr>
          <p:cNvPr id="94213" name="AutoShape 7">
            <a:extLst>
              <a:ext uri="{FF2B5EF4-FFF2-40B4-BE49-F238E27FC236}">
                <a16:creationId xmlns:a16="http://schemas.microsoft.com/office/drawing/2014/main" id="{B81740A0-83CD-4C58-9C55-5A6BBCCD0993}"/>
              </a:ext>
            </a:extLst>
          </p:cNvPr>
          <p:cNvSpPr>
            <a:spLocks noChangeArrowheads="1"/>
          </p:cNvSpPr>
          <p:nvPr/>
        </p:nvSpPr>
        <p:spPr bwMode="auto">
          <a:xfrm>
            <a:off x="6553200" y="4114800"/>
            <a:ext cx="1295400" cy="1295400"/>
          </a:xfrm>
          <a:prstGeom prst="flowChartMultidocument">
            <a:avLst/>
          </a:prstGeom>
          <a:solidFill>
            <a:schemeClr val="tx1"/>
          </a:solidFill>
          <a:ln w="12700">
            <a:solidFill>
              <a:schemeClr val="bg2"/>
            </a:solidFill>
            <a:miter lim="800000"/>
            <a:headEnd type="none" w="sm" len="sm"/>
            <a:tailEnd type="none" w="sm" len="sm"/>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ru-RU" altLang="ru-RU" sz="2400">
                <a:solidFill>
                  <a:schemeClr val="bg2"/>
                </a:solidFill>
                <a:latin typeface="Times New Roman" panose="02020603050405020304" pitchFamily="18" charset="0"/>
              </a:rPr>
              <a:t>Стили</a:t>
            </a:r>
          </a:p>
        </p:txBody>
      </p:sp>
      <p:sp>
        <p:nvSpPr>
          <p:cNvPr id="94214" name="Rectangle 8">
            <a:extLst>
              <a:ext uri="{FF2B5EF4-FFF2-40B4-BE49-F238E27FC236}">
                <a16:creationId xmlns:a16="http://schemas.microsoft.com/office/drawing/2014/main" id="{53FA3B23-06EC-40C0-BA30-06FBC6AF9477}"/>
              </a:ext>
            </a:extLst>
          </p:cNvPr>
          <p:cNvSpPr>
            <a:spLocks noChangeArrowheads="1"/>
          </p:cNvSpPr>
          <p:nvPr/>
        </p:nvSpPr>
        <p:spPr bwMode="auto">
          <a:xfrm>
            <a:off x="3124200" y="1752600"/>
            <a:ext cx="2133600" cy="685800"/>
          </a:xfrm>
          <a:prstGeom prst="rect">
            <a:avLst/>
          </a:prstGeom>
          <a:solidFill>
            <a:schemeClr val="tx1"/>
          </a:solidFill>
          <a:ln w="9525">
            <a:miter lim="800000"/>
            <a:headEnd/>
            <a:tailEnd/>
          </a:ln>
          <a:scene3d>
            <a:camera prst="legacyObliqueTopRight"/>
            <a:lightRig rig="legacyFlat3" dir="b"/>
          </a:scene3d>
          <a:sp3d extrusionH="125400" prstMaterial="legacyMatte">
            <a:bevelT w="13500" h="13500" prst="angle"/>
            <a:bevelB w="13500" h="13500" prst="angle"/>
            <a:extrusionClr>
              <a:schemeClr val="tx1"/>
            </a:extrusionClr>
            <a:contourClr>
              <a:schemeClr val="tx1"/>
            </a:contourClr>
          </a:sp3d>
        </p:spPr>
        <p:txBody>
          <a:bodyPr wrap="none" anchor="ctr">
            <a:flatTx/>
          </a:bodyP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ru-RU" altLang="ru-RU" sz="2400">
                <a:solidFill>
                  <a:schemeClr val="bg2"/>
                </a:solidFill>
                <a:latin typeface="Times New Roman" panose="02020603050405020304" pitchFamily="18" charset="0"/>
              </a:rPr>
              <a:t>Редактор</a:t>
            </a:r>
          </a:p>
        </p:txBody>
      </p:sp>
      <p:sp>
        <p:nvSpPr>
          <p:cNvPr id="94215" name="Rectangle 12">
            <a:extLst>
              <a:ext uri="{FF2B5EF4-FFF2-40B4-BE49-F238E27FC236}">
                <a16:creationId xmlns:a16="http://schemas.microsoft.com/office/drawing/2014/main" id="{0A5FD27B-2D04-499F-AF78-40D67BFE9B96}"/>
              </a:ext>
            </a:extLst>
          </p:cNvPr>
          <p:cNvSpPr>
            <a:spLocks noChangeArrowheads="1"/>
          </p:cNvSpPr>
          <p:nvPr/>
        </p:nvSpPr>
        <p:spPr bwMode="auto">
          <a:xfrm>
            <a:off x="3124200" y="2590800"/>
            <a:ext cx="2133600" cy="685800"/>
          </a:xfrm>
          <a:prstGeom prst="rect">
            <a:avLst/>
          </a:prstGeom>
          <a:solidFill>
            <a:schemeClr val="tx1"/>
          </a:solidFill>
          <a:ln w="9525">
            <a:miter lim="800000"/>
            <a:headEnd/>
            <a:tailEnd/>
          </a:ln>
          <a:scene3d>
            <a:camera prst="legacyObliqueTopRight"/>
            <a:lightRig rig="legacyFlat3" dir="b"/>
          </a:scene3d>
          <a:sp3d extrusionH="125400" prstMaterial="legacyMatte">
            <a:bevelT w="13500" h="13500" prst="angle"/>
            <a:bevelB w="13500" h="13500" prst="angle"/>
            <a:extrusionClr>
              <a:schemeClr val="tx1"/>
            </a:extrusionClr>
            <a:contourClr>
              <a:schemeClr val="tx1"/>
            </a:contourClr>
          </a:sp3d>
        </p:spPr>
        <p:txBody>
          <a:bodyPr wrap="none" anchor="ctr">
            <a:flatTx/>
          </a:bodyP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algn="ctr">
              <a:lnSpc>
                <a:spcPct val="80000"/>
              </a:lnSpc>
              <a:spcBef>
                <a:spcPct val="0"/>
              </a:spcBef>
              <a:buClrTx/>
              <a:buSzTx/>
              <a:buFontTx/>
              <a:buNone/>
            </a:pPr>
            <a:r>
              <a:rPr lang="ru-RU" altLang="ru-RU" sz="2400">
                <a:solidFill>
                  <a:schemeClr val="bg2"/>
                </a:solidFill>
                <a:latin typeface="Times New Roman" panose="02020603050405020304" pitchFamily="18" charset="0"/>
              </a:rPr>
              <a:t>Поисковая </a:t>
            </a:r>
            <a:br>
              <a:rPr lang="ru-RU" altLang="ru-RU" sz="2400">
                <a:solidFill>
                  <a:schemeClr val="bg2"/>
                </a:solidFill>
                <a:latin typeface="Times New Roman" panose="02020603050405020304" pitchFamily="18" charset="0"/>
              </a:rPr>
            </a:br>
            <a:r>
              <a:rPr lang="ru-RU" altLang="ru-RU" sz="2400">
                <a:solidFill>
                  <a:schemeClr val="bg2"/>
                </a:solidFill>
                <a:latin typeface="Times New Roman" panose="02020603050405020304" pitchFamily="18" charset="0"/>
              </a:rPr>
              <a:t>машина</a:t>
            </a:r>
          </a:p>
        </p:txBody>
      </p:sp>
      <p:sp>
        <p:nvSpPr>
          <p:cNvPr id="94216" name="Rectangle 13">
            <a:extLst>
              <a:ext uri="{FF2B5EF4-FFF2-40B4-BE49-F238E27FC236}">
                <a16:creationId xmlns:a16="http://schemas.microsoft.com/office/drawing/2014/main" id="{6086C7A6-0EFE-4103-B1B0-D0005569B5B7}"/>
              </a:ext>
            </a:extLst>
          </p:cNvPr>
          <p:cNvSpPr>
            <a:spLocks noChangeArrowheads="1"/>
          </p:cNvSpPr>
          <p:nvPr/>
        </p:nvSpPr>
        <p:spPr bwMode="auto">
          <a:xfrm>
            <a:off x="3124200" y="3429000"/>
            <a:ext cx="2133600" cy="685800"/>
          </a:xfrm>
          <a:prstGeom prst="rect">
            <a:avLst/>
          </a:prstGeom>
          <a:solidFill>
            <a:schemeClr val="tx1"/>
          </a:solidFill>
          <a:ln w="9525">
            <a:miter lim="800000"/>
            <a:headEnd/>
            <a:tailEnd/>
          </a:ln>
          <a:scene3d>
            <a:camera prst="legacyObliqueTopRight"/>
            <a:lightRig rig="legacyFlat3" dir="b"/>
          </a:scene3d>
          <a:sp3d extrusionH="125400" prstMaterial="legacyMatte">
            <a:bevelT w="13500" h="13500" prst="angle"/>
            <a:bevelB w="13500" h="13500" prst="angle"/>
            <a:extrusionClr>
              <a:schemeClr val="tx1"/>
            </a:extrusionClr>
            <a:contourClr>
              <a:schemeClr val="tx1"/>
            </a:contourClr>
          </a:sp3d>
        </p:spPr>
        <p:txBody>
          <a:bodyPr wrap="none" anchor="ctr">
            <a:flatTx/>
          </a:bodyP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algn="ctr">
              <a:lnSpc>
                <a:spcPct val="80000"/>
              </a:lnSpc>
              <a:spcBef>
                <a:spcPct val="0"/>
              </a:spcBef>
              <a:buClrTx/>
              <a:buSzTx/>
              <a:buFontTx/>
              <a:buNone/>
            </a:pPr>
            <a:r>
              <a:rPr lang="ru-RU" altLang="ru-RU" sz="2400" dirty="0">
                <a:solidFill>
                  <a:schemeClr val="bg2"/>
                </a:solidFill>
                <a:latin typeface="Times New Roman" panose="02020603050405020304" pitchFamily="18" charset="0"/>
              </a:rPr>
              <a:t>Управление</a:t>
            </a:r>
            <a:br>
              <a:rPr lang="ru-RU" altLang="ru-RU" sz="2400" dirty="0">
                <a:solidFill>
                  <a:schemeClr val="bg2"/>
                </a:solidFill>
                <a:latin typeface="Times New Roman" panose="02020603050405020304" pitchFamily="18" charset="0"/>
              </a:rPr>
            </a:br>
            <a:r>
              <a:rPr lang="ru-RU" altLang="ru-RU" sz="2400" dirty="0">
                <a:solidFill>
                  <a:schemeClr val="bg2"/>
                </a:solidFill>
                <a:latin typeface="Times New Roman" panose="02020603050405020304" pitchFamily="18" charset="0"/>
              </a:rPr>
              <a:t>версиями</a:t>
            </a:r>
          </a:p>
        </p:txBody>
      </p:sp>
      <p:sp>
        <p:nvSpPr>
          <p:cNvPr id="94217" name="Rectangle 14">
            <a:extLst>
              <a:ext uri="{FF2B5EF4-FFF2-40B4-BE49-F238E27FC236}">
                <a16:creationId xmlns:a16="http://schemas.microsoft.com/office/drawing/2014/main" id="{1D2F48AA-63C0-403A-938C-B623B5A335BA}"/>
              </a:ext>
            </a:extLst>
          </p:cNvPr>
          <p:cNvSpPr>
            <a:spLocks noChangeArrowheads="1"/>
          </p:cNvSpPr>
          <p:nvPr/>
        </p:nvSpPr>
        <p:spPr bwMode="auto">
          <a:xfrm>
            <a:off x="3124200" y="4267200"/>
            <a:ext cx="2133600" cy="685800"/>
          </a:xfrm>
          <a:prstGeom prst="rect">
            <a:avLst/>
          </a:prstGeom>
          <a:solidFill>
            <a:schemeClr val="tx1"/>
          </a:solidFill>
          <a:ln w="9525">
            <a:miter lim="800000"/>
            <a:headEnd/>
            <a:tailEnd/>
          </a:ln>
          <a:scene3d>
            <a:camera prst="legacyObliqueTopRight"/>
            <a:lightRig rig="legacyFlat3" dir="b"/>
          </a:scene3d>
          <a:sp3d extrusionH="125400" prstMaterial="legacyMatte">
            <a:bevelT w="13500" h="13500" prst="angle"/>
            <a:bevelB w="13500" h="13500" prst="angle"/>
            <a:extrusionClr>
              <a:schemeClr val="tx1"/>
            </a:extrusionClr>
            <a:contourClr>
              <a:schemeClr val="tx1"/>
            </a:contourClr>
          </a:sp3d>
        </p:spPr>
        <p:txBody>
          <a:bodyPr wrap="none" anchor="ctr">
            <a:flatTx/>
          </a:bodyP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algn="ctr">
              <a:lnSpc>
                <a:spcPct val="80000"/>
              </a:lnSpc>
              <a:spcBef>
                <a:spcPct val="0"/>
              </a:spcBef>
              <a:buClrTx/>
              <a:buSzTx/>
              <a:buFontTx/>
              <a:buNone/>
            </a:pPr>
            <a:r>
              <a:rPr lang="en-US" altLang="ru-RU" sz="2400">
                <a:solidFill>
                  <a:schemeClr val="bg2"/>
                </a:solidFill>
                <a:latin typeface="Times New Roman" panose="02020603050405020304" pitchFamily="18" charset="0"/>
              </a:rPr>
              <a:t>SGML</a:t>
            </a:r>
            <a:br>
              <a:rPr lang="en-US" altLang="ru-RU" sz="2400">
                <a:solidFill>
                  <a:schemeClr val="bg2"/>
                </a:solidFill>
                <a:latin typeface="Times New Roman" panose="02020603050405020304" pitchFamily="18" charset="0"/>
              </a:rPr>
            </a:br>
            <a:r>
              <a:rPr lang="ru-RU" altLang="ru-RU" sz="2400">
                <a:solidFill>
                  <a:schemeClr val="bg2"/>
                </a:solidFill>
                <a:latin typeface="Times New Roman" panose="02020603050405020304" pitchFamily="18" charset="0"/>
              </a:rPr>
              <a:t>процессор</a:t>
            </a:r>
          </a:p>
        </p:txBody>
      </p:sp>
      <p:sp>
        <p:nvSpPr>
          <p:cNvPr id="94218" name="AutoShape 20">
            <a:extLst>
              <a:ext uri="{FF2B5EF4-FFF2-40B4-BE49-F238E27FC236}">
                <a16:creationId xmlns:a16="http://schemas.microsoft.com/office/drawing/2014/main" id="{5F8CD974-3C17-4049-B60B-887098DD855C}"/>
              </a:ext>
            </a:extLst>
          </p:cNvPr>
          <p:cNvSpPr>
            <a:spLocks noChangeArrowheads="1"/>
          </p:cNvSpPr>
          <p:nvPr/>
        </p:nvSpPr>
        <p:spPr bwMode="auto">
          <a:xfrm rot="9354255">
            <a:off x="1828800" y="2286000"/>
            <a:ext cx="1281113" cy="366713"/>
          </a:xfrm>
          <a:prstGeom prst="rightArrow">
            <a:avLst>
              <a:gd name="adj1" fmla="val 49713"/>
              <a:gd name="adj2" fmla="val 126963"/>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ru-RU" sz="1800"/>
          </a:p>
        </p:txBody>
      </p:sp>
      <p:sp>
        <p:nvSpPr>
          <p:cNvPr id="94219" name="AutoShape 21">
            <a:extLst>
              <a:ext uri="{FF2B5EF4-FFF2-40B4-BE49-F238E27FC236}">
                <a16:creationId xmlns:a16="http://schemas.microsoft.com/office/drawing/2014/main" id="{BDFDE453-8BCC-4922-83BE-2A3FD1025111}"/>
              </a:ext>
            </a:extLst>
          </p:cNvPr>
          <p:cNvSpPr>
            <a:spLocks noChangeArrowheads="1"/>
          </p:cNvSpPr>
          <p:nvPr/>
        </p:nvSpPr>
        <p:spPr bwMode="auto">
          <a:xfrm rot="1951121">
            <a:off x="1733550" y="4094163"/>
            <a:ext cx="1371600" cy="331787"/>
          </a:xfrm>
          <a:prstGeom prst="rightArrow">
            <a:avLst>
              <a:gd name="adj1" fmla="val 49713"/>
              <a:gd name="adj2" fmla="val 150239"/>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ru-RU" sz="1800"/>
          </a:p>
        </p:txBody>
      </p:sp>
      <p:sp>
        <p:nvSpPr>
          <p:cNvPr id="94220" name="AutoShape 22">
            <a:extLst>
              <a:ext uri="{FF2B5EF4-FFF2-40B4-BE49-F238E27FC236}">
                <a16:creationId xmlns:a16="http://schemas.microsoft.com/office/drawing/2014/main" id="{32613803-5FB4-4C7E-93D8-94C8B4B501BE}"/>
              </a:ext>
            </a:extLst>
          </p:cNvPr>
          <p:cNvSpPr>
            <a:spLocks noChangeArrowheads="1"/>
          </p:cNvSpPr>
          <p:nvPr/>
        </p:nvSpPr>
        <p:spPr bwMode="auto">
          <a:xfrm rot="-10623809">
            <a:off x="5408613" y="4573588"/>
            <a:ext cx="1066800" cy="381000"/>
          </a:xfrm>
          <a:prstGeom prst="rightArrow">
            <a:avLst>
              <a:gd name="adj1" fmla="val 49713"/>
              <a:gd name="adj2" fmla="val 101759"/>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ru-RU" sz="1800"/>
          </a:p>
        </p:txBody>
      </p:sp>
      <p:sp>
        <p:nvSpPr>
          <p:cNvPr id="94221" name="AutoShape 23">
            <a:extLst>
              <a:ext uri="{FF2B5EF4-FFF2-40B4-BE49-F238E27FC236}">
                <a16:creationId xmlns:a16="http://schemas.microsoft.com/office/drawing/2014/main" id="{FD6F7EB6-4F55-404C-959B-016A89E7B8F3}"/>
              </a:ext>
            </a:extLst>
          </p:cNvPr>
          <p:cNvSpPr>
            <a:spLocks noChangeArrowheads="1"/>
          </p:cNvSpPr>
          <p:nvPr/>
        </p:nvSpPr>
        <p:spPr bwMode="auto">
          <a:xfrm rot="10103700">
            <a:off x="5259388" y="2620963"/>
            <a:ext cx="1281112" cy="366712"/>
          </a:xfrm>
          <a:prstGeom prst="rightArrow">
            <a:avLst>
              <a:gd name="adj1" fmla="val 49713"/>
              <a:gd name="adj2" fmla="val 126963"/>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ru-RU" sz="1800"/>
          </a:p>
        </p:txBody>
      </p:sp>
      <p:sp>
        <p:nvSpPr>
          <p:cNvPr id="94222" name="AutoShape 24">
            <a:extLst>
              <a:ext uri="{FF2B5EF4-FFF2-40B4-BE49-F238E27FC236}">
                <a16:creationId xmlns:a16="http://schemas.microsoft.com/office/drawing/2014/main" id="{8CA388D4-7FF5-4551-8F70-CE7AD766665D}"/>
              </a:ext>
            </a:extLst>
          </p:cNvPr>
          <p:cNvSpPr>
            <a:spLocks noChangeArrowheads="1"/>
          </p:cNvSpPr>
          <p:nvPr/>
        </p:nvSpPr>
        <p:spPr bwMode="auto">
          <a:xfrm rot="-286073">
            <a:off x="1981200" y="2895600"/>
            <a:ext cx="976313" cy="366713"/>
          </a:xfrm>
          <a:prstGeom prst="rightArrow">
            <a:avLst>
              <a:gd name="adj1" fmla="val 49713"/>
              <a:gd name="adj2" fmla="val 96756"/>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ru-RU" sz="1800"/>
          </a:p>
        </p:txBody>
      </p:sp>
      <p:sp>
        <p:nvSpPr>
          <p:cNvPr id="94223" name="AutoShape 26">
            <a:extLst>
              <a:ext uri="{FF2B5EF4-FFF2-40B4-BE49-F238E27FC236}">
                <a16:creationId xmlns:a16="http://schemas.microsoft.com/office/drawing/2014/main" id="{2240DABE-FAC0-4808-A779-053BE9121DED}"/>
              </a:ext>
            </a:extLst>
          </p:cNvPr>
          <p:cNvSpPr>
            <a:spLocks noChangeArrowheads="1"/>
          </p:cNvSpPr>
          <p:nvPr/>
        </p:nvSpPr>
        <p:spPr bwMode="auto">
          <a:xfrm rot="738382">
            <a:off x="1900238" y="3454400"/>
            <a:ext cx="1230312" cy="355600"/>
          </a:xfrm>
          <a:prstGeom prst="rightArrow">
            <a:avLst>
              <a:gd name="adj1" fmla="val 49713"/>
              <a:gd name="adj2" fmla="val 125739"/>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ru-RU" sz="1800"/>
          </a:p>
        </p:txBody>
      </p:sp>
      <p:sp>
        <p:nvSpPr>
          <p:cNvPr id="94224" name="AutoShape 27">
            <a:extLst>
              <a:ext uri="{FF2B5EF4-FFF2-40B4-BE49-F238E27FC236}">
                <a16:creationId xmlns:a16="http://schemas.microsoft.com/office/drawing/2014/main" id="{86C7B118-A266-4E61-AC9D-FDFAB6722EA0}"/>
              </a:ext>
            </a:extLst>
          </p:cNvPr>
          <p:cNvSpPr>
            <a:spLocks noChangeArrowheads="1"/>
          </p:cNvSpPr>
          <p:nvPr/>
        </p:nvSpPr>
        <p:spPr bwMode="auto">
          <a:xfrm rot="-10188766">
            <a:off x="5326063" y="2132013"/>
            <a:ext cx="1143000" cy="304800"/>
          </a:xfrm>
          <a:prstGeom prst="rightArrow">
            <a:avLst>
              <a:gd name="adj1" fmla="val 49713"/>
              <a:gd name="adj2" fmla="val 136285"/>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ru-RU" sz="1800"/>
          </a:p>
        </p:txBody>
      </p:sp>
      <p:sp>
        <p:nvSpPr>
          <p:cNvPr id="94225" name="AutoShape 28">
            <a:extLst>
              <a:ext uri="{FF2B5EF4-FFF2-40B4-BE49-F238E27FC236}">
                <a16:creationId xmlns:a16="http://schemas.microsoft.com/office/drawing/2014/main" id="{11C62D0D-122C-474C-AC1B-D2F4B1445A17}"/>
              </a:ext>
            </a:extLst>
          </p:cNvPr>
          <p:cNvSpPr>
            <a:spLocks noChangeArrowheads="1"/>
          </p:cNvSpPr>
          <p:nvPr/>
        </p:nvSpPr>
        <p:spPr bwMode="auto">
          <a:xfrm rot="7853399">
            <a:off x="5105400" y="3581400"/>
            <a:ext cx="1752600" cy="381000"/>
          </a:xfrm>
          <a:prstGeom prst="rightArrow">
            <a:avLst>
              <a:gd name="adj1" fmla="val 49713"/>
              <a:gd name="adj2" fmla="val 167176"/>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ru-RU" sz="1800"/>
          </a:p>
        </p:txBody>
      </p:sp>
      <p:sp>
        <p:nvSpPr>
          <p:cNvPr id="94226" name="Text Box 33">
            <a:extLst>
              <a:ext uri="{FF2B5EF4-FFF2-40B4-BE49-F238E27FC236}">
                <a16:creationId xmlns:a16="http://schemas.microsoft.com/office/drawing/2014/main" id="{5720B727-C210-4850-9D89-2C7FBAE0D4A1}"/>
              </a:ext>
            </a:extLst>
          </p:cNvPr>
          <p:cNvSpPr txBox="1">
            <a:spLocks noChangeArrowheads="1"/>
          </p:cNvSpPr>
          <p:nvPr/>
        </p:nvSpPr>
        <p:spPr bwMode="auto">
          <a:xfrm>
            <a:off x="288925" y="4537075"/>
            <a:ext cx="167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ru-RU" altLang="ru-RU" sz="2400">
                <a:latin typeface="Times New Roman" panose="02020603050405020304" pitchFamily="18" charset="0"/>
              </a:rPr>
              <a:t>Документы</a:t>
            </a:r>
          </a:p>
        </p:txBody>
      </p:sp>
      <p:sp>
        <p:nvSpPr>
          <p:cNvPr id="94227" name="AutoShape 37">
            <a:extLst>
              <a:ext uri="{FF2B5EF4-FFF2-40B4-BE49-F238E27FC236}">
                <a16:creationId xmlns:a16="http://schemas.microsoft.com/office/drawing/2014/main" id="{D2E40F63-411B-440E-A19F-6E165145CA22}"/>
              </a:ext>
            </a:extLst>
          </p:cNvPr>
          <p:cNvSpPr>
            <a:spLocks noChangeArrowheads="1"/>
          </p:cNvSpPr>
          <p:nvPr/>
        </p:nvSpPr>
        <p:spPr bwMode="auto">
          <a:xfrm>
            <a:off x="3124200" y="5029200"/>
            <a:ext cx="381000" cy="533400"/>
          </a:xfrm>
          <a:prstGeom prst="downArrow">
            <a:avLst>
              <a:gd name="adj1" fmla="val 50000"/>
              <a:gd name="adj2" fmla="val 35000"/>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ru-RU" sz="1800"/>
          </a:p>
        </p:txBody>
      </p:sp>
      <p:sp>
        <p:nvSpPr>
          <p:cNvPr id="94228" name="AutoShape 38">
            <a:extLst>
              <a:ext uri="{FF2B5EF4-FFF2-40B4-BE49-F238E27FC236}">
                <a16:creationId xmlns:a16="http://schemas.microsoft.com/office/drawing/2014/main" id="{EA7C37BB-BD49-4B44-89EF-1FA4C0714AC2}"/>
              </a:ext>
            </a:extLst>
          </p:cNvPr>
          <p:cNvSpPr>
            <a:spLocks noChangeArrowheads="1"/>
          </p:cNvSpPr>
          <p:nvPr/>
        </p:nvSpPr>
        <p:spPr bwMode="auto">
          <a:xfrm>
            <a:off x="3733800" y="5029200"/>
            <a:ext cx="381000" cy="533400"/>
          </a:xfrm>
          <a:prstGeom prst="downArrow">
            <a:avLst>
              <a:gd name="adj1" fmla="val 50000"/>
              <a:gd name="adj2" fmla="val 35000"/>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ru-RU" sz="1800"/>
          </a:p>
        </p:txBody>
      </p:sp>
      <p:sp>
        <p:nvSpPr>
          <p:cNvPr id="94229" name="AutoShape 39">
            <a:extLst>
              <a:ext uri="{FF2B5EF4-FFF2-40B4-BE49-F238E27FC236}">
                <a16:creationId xmlns:a16="http://schemas.microsoft.com/office/drawing/2014/main" id="{5860752A-4E5E-41FF-A749-83C0252BFE24}"/>
              </a:ext>
            </a:extLst>
          </p:cNvPr>
          <p:cNvSpPr>
            <a:spLocks noChangeArrowheads="1"/>
          </p:cNvSpPr>
          <p:nvPr/>
        </p:nvSpPr>
        <p:spPr bwMode="auto">
          <a:xfrm>
            <a:off x="4343400" y="5029200"/>
            <a:ext cx="381000" cy="533400"/>
          </a:xfrm>
          <a:prstGeom prst="downArrow">
            <a:avLst>
              <a:gd name="adj1" fmla="val 50000"/>
              <a:gd name="adj2" fmla="val 35000"/>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ru-RU" sz="1800"/>
          </a:p>
        </p:txBody>
      </p:sp>
      <p:sp>
        <p:nvSpPr>
          <p:cNvPr id="94230" name="AutoShape 40">
            <a:extLst>
              <a:ext uri="{FF2B5EF4-FFF2-40B4-BE49-F238E27FC236}">
                <a16:creationId xmlns:a16="http://schemas.microsoft.com/office/drawing/2014/main" id="{D256C36C-62E7-40E7-B1F4-CC9A65A68A66}"/>
              </a:ext>
            </a:extLst>
          </p:cNvPr>
          <p:cNvSpPr>
            <a:spLocks noChangeArrowheads="1"/>
          </p:cNvSpPr>
          <p:nvPr/>
        </p:nvSpPr>
        <p:spPr bwMode="auto">
          <a:xfrm>
            <a:off x="4876800" y="5029200"/>
            <a:ext cx="381000" cy="533400"/>
          </a:xfrm>
          <a:prstGeom prst="downArrow">
            <a:avLst>
              <a:gd name="adj1" fmla="val 50000"/>
              <a:gd name="adj2" fmla="val 35000"/>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ru-RU" sz="1800"/>
          </a:p>
        </p:txBody>
      </p:sp>
      <p:sp>
        <p:nvSpPr>
          <p:cNvPr id="94231" name="Text Box 41">
            <a:extLst>
              <a:ext uri="{FF2B5EF4-FFF2-40B4-BE49-F238E27FC236}">
                <a16:creationId xmlns:a16="http://schemas.microsoft.com/office/drawing/2014/main" id="{1CD767A2-6F4C-4D6E-A403-562606F44BF4}"/>
              </a:ext>
            </a:extLst>
          </p:cNvPr>
          <p:cNvSpPr txBox="1">
            <a:spLocks noChangeArrowheads="1"/>
          </p:cNvSpPr>
          <p:nvPr/>
        </p:nvSpPr>
        <p:spPr bwMode="auto">
          <a:xfrm>
            <a:off x="2819400" y="5867400"/>
            <a:ext cx="806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ru-RU" sz="1800">
                <a:latin typeface="Arial" panose="020B0604020202020204" pitchFamily="34" charset="0"/>
              </a:rPr>
              <a:t>HTML</a:t>
            </a:r>
            <a:endParaRPr lang="ru-RU" altLang="ru-RU" sz="1800">
              <a:latin typeface="Arial" panose="020B0604020202020204" pitchFamily="34" charset="0"/>
            </a:endParaRPr>
          </a:p>
        </p:txBody>
      </p:sp>
      <p:sp>
        <p:nvSpPr>
          <p:cNvPr id="94232" name="Text Box 42">
            <a:extLst>
              <a:ext uri="{FF2B5EF4-FFF2-40B4-BE49-F238E27FC236}">
                <a16:creationId xmlns:a16="http://schemas.microsoft.com/office/drawing/2014/main" id="{E0FF7E1F-5FCE-491D-B1AC-89BAB8436180}"/>
              </a:ext>
            </a:extLst>
          </p:cNvPr>
          <p:cNvSpPr txBox="1">
            <a:spLocks noChangeArrowheads="1"/>
          </p:cNvSpPr>
          <p:nvPr/>
        </p:nvSpPr>
        <p:spPr bwMode="auto">
          <a:xfrm>
            <a:off x="3657600" y="5638800"/>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ru-RU" altLang="ru-RU" sz="1800">
                <a:latin typeface="Arial" panose="020B0604020202020204" pitchFamily="34" charset="0"/>
              </a:rPr>
              <a:t>PDF</a:t>
            </a:r>
          </a:p>
        </p:txBody>
      </p:sp>
      <p:sp>
        <p:nvSpPr>
          <p:cNvPr id="94233" name="Text Box 43">
            <a:extLst>
              <a:ext uri="{FF2B5EF4-FFF2-40B4-BE49-F238E27FC236}">
                <a16:creationId xmlns:a16="http://schemas.microsoft.com/office/drawing/2014/main" id="{B0FB5FA5-0D83-4A77-AB9B-3FE79118E527}"/>
              </a:ext>
            </a:extLst>
          </p:cNvPr>
          <p:cNvSpPr txBox="1">
            <a:spLocks noChangeArrowheads="1"/>
          </p:cNvSpPr>
          <p:nvPr/>
        </p:nvSpPr>
        <p:spPr bwMode="auto">
          <a:xfrm>
            <a:off x="4267200" y="5791200"/>
            <a:ext cx="628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ru-RU" altLang="ru-RU" sz="1800">
                <a:latin typeface="Arial" panose="020B0604020202020204" pitchFamily="34" charset="0"/>
              </a:rPr>
              <a:t>RTF</a:t>
            </a:r>
          </a:p>
        </p:txBody>
      </p:sp>
      <p:sp>
        <p:nvSpPr>
          <p:cNvPr id="94234" name="AutoShape 45">
            <a:hlinkClick r:id="" action="ppaction://noaction" highlightClick="1"/>
            <a:extLst>
              <a:ext uri="{FF2B5EF4-FFF2-40B4-BE49-F238E27FC236}">
                <a16:creationId xmlns:a16="http://schemas.microsoft.com/office/drawing/2014/main" id="{AAD662C4-6831-446F-9360-7357C7CE50C1}"/>
              </a:ext>
            </a:extLst>
          </p:cNvPr>
          <p:cNvSpPr>
            <a:spLocks noChangeArrowheads="1"/>
          </p:cNvSpPr>
          <p:nvPr/>
        </p:nvSpPr>
        <p:spPr bwMode="auto">
          <a:xfrm>
            <a:off x="4876800" y="5638800"/>
            <a:ext cx="533400" cy="533400"/>
          </a:xfrm>
          <a:prstGeom prst="actionButtonSound">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tx1"/>
              </a:buClr>
              <a:buChar char="–"/>
              <a:defRPr sz="2800">
                <a:solidFill>
                  <a:schemeClr val="tx1"/>
                </a:solidFill>
                <a:latin typeface="Tahoma" panose="020B0604030504040204" pitchFamily="34" charset="0"/>
              </a:defRPr>
            </a:lvl2pPr>
            <a:lvl3pPr marL="1143000" indent="-228600">
              <a:spcBef>
                <a:spcPct val="20000"/>
              </a:spcBef>
              <a:buClr>
                <a:schemeClr val="hlink"/>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tx1"/>
              </a:buClr>
              <a:buChar char="–"/>
              <a:defRPr sz="2000">
                <a:solidFill>
                  <a:schemeClr val="tx1"/>
                </a:solidFill>
                <a:latin typeface="Tahoma" panose="020B0604030504040204" pitchFamily="34" charset="0"/>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ru-RU" sz="180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7B8C1298-AE1B-43E8-B517-89470B1D891A}"/>
              </a:ext>
            </a:extLst>
          </p:cNvPr>
          <p:cNvSpPr>
            <a:spLocks noGrp="1" noChangeArrowheads="1"/>
          </p:cNvSpPr>
          <p:nvPr>
            <p:ph type="title"/>
          </p:nvPr>
        </p:nvSpPr>
        <p:spPr/>
        <p:txBody>
          <a:bodyPr/>
          <a:lstStyle/>
          <a:p>
            <a:pPr eaLnBrk="1" hangingPunct="1">
              <a:defRPr/>
            </a:pPr>
            <a:r>
              <a:rPr lang="ru-RU"/>
              <a:t>Групповая работа над документами</a:t>
            </a:r>
          </a:p>
        </p:txBody>
      </p:sp>
      <p:sp>
        <p:nvSpPr>
          <p:cNvPr id="37891" name="Rectangle 3">
            <a:extLst>
              <a:ext uri="{FF2B5EF4-FFF2-40B4-BE49-F238E27FC236}">
                <a16:creationId xmlns:a16="http://schemas.microsoft.com/office/drawing/2014/main" id="{1163F9EA-4A48-497F-A7CB-7376EFDFE2A2}"/>
              </a:ext>
            </a:extLst>
          </p:cNvPr>
          <p:cNvSpPr>
            <a:spLocks noGrp="1" noChangeArrowheads="1"/>
          </p:cNvSpPr>
          <p:nvPr>
            <p:ph type="body" idx="1"/>
          </p:nvPr>
        </p:nvSpPr>
        <p:spPr/>
        <p:txBody>
          <a:bodyPr/>
          <a:lstStyle/>
          <a:p>
            <a:pPr eaLnBrk="1" hangingPunct="1">
              <a:defRPr/>
            </a:pPr>
            <a:r>
              <a:rPr lang="ru-RU"/>
              <a:t>Внешние объекты (документы, рисунки...)</a:t>
            </a:r>
          </a:p>
          <a:p>
            <a:pPr eaLnBrk="1" hangingPunct="1">
              <a:defRPr/>
            </a:pPr>
            <a:r>
              <a:rPr lang="ru-RU"/>
              <a:t>Параллельная работа</a:t>
            </a:r>
          </a:p>
          <a:p>
            <a:pPr eaLnBrk="1" hangingPunct="1">
              <a:defRPr/>
            </a:pPr>
            <a:r>
              <a:rPr lang="ru-RU"/>
              <a:t>Библиотека иллюстраций</a:t>
            </a:r>
          </a:p>
          <a:p>
            <a:pPr eaLnBrk="1" hangingPunct="1">
              <a:defRPr/>
            </a:pPr>
            <a:r>
              <a:rPr lang="ru-RU"/>
              <a:t>Пакетная обработка (сборка документа)</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2AF0EE20-DC81-4E89-B481-4E73EC99B667}"/>
              </a:ext>
            </a:extLst>
          </p:cNvPr>
          <p:cNvSpPr>
            <a:spLocks noGrp="1" noChangeArrowheads="1"/>
          </p:cNvSpPr>
          <p:nvPr>
            <p:ph type="title"/>
          </p:nvPr>
        </p:nvSpPr>
        <p:spPr/>
        <p:txBody>
          <a:bodyPr/>
          <a:lstStyle/>
          <a:p>
            <a:pPr eaLnBrk="1" hangingPunct="1">
              <a:defRPr/>
            </a:pPr>
            <a:r>
              <a:rPr lang="ru-RU"/>
              <a:t>Поиск в документах</a:t>
            </a:r>
          </a:p>
        </p:txBody>
      </p:sp>
      <p:sp>
        <p:nvSpPr>
          <p:cNvPr id="38915" name="Rectangle 3">
            <a:extLst>
              <a:ext uri="{FF2B5EF4-FFF2-40B4-BE49-F238E27FC236}">
                <a16:creationId xmlns:a16="http://schemas.microsoft.com/office/drawing/2014/main" id="{3A5255D3-A527-410D-8042-010060DD52D3}"/>
              </a:ext>
            </a:extLst>
          </p:cNvPr>
          <p:cNvSpPr>
            <a:spLocks noGrp="1" noChangeArrowheads="1"/>
          </p:cNvSpPr>
          <p:nvPr>
            <p:ph type="body" idx="1"/>
          </p:nvPr>
        </p:nvSpPr>
        <p:spPr/>
        <p:txBody>
          <a:bodyPr/>
          <a:lstStyle/>
          <a:p>
            <a:pPr eaLnBrk="1" hangingPunct="1">
              <a:defRPr/>
            </a:pPr>
            <a:r>
              <a:rPr lang="ru-RU" dirty="0"/>
              <a:t>Текстовые файлы</a:t>
            </a:r>
          </a:p>
          <a:p>
            <a:pPr eaLnBrk="1" hangingPunct="1">
              <a:defRPr/>
            </a:pPr>
            <a:r>
              <a:rPr lang="ru-RU" dirty="0"/>
              <a:t>Полнотекстовый поиск</a:t>
            </a:r>
          </a:p>
          <a:p>
            <a:pPr eaLnBrk="1" hangingPunct="1">
              <a:defRPr/>
            </a:pPr>
            <a:r>
              <a:rPr lang="ru-RU" dirty="0"/>
              <a:t>Поиск в контексте (структурном и смысловом)</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961561CF-15F9-4D46-9E28-A62F0E81F158}"/>
              </a:ext>
            </a:extLst>
          </p:cNvPr>
          <p:cNvSpPr>
            <a:spLocks noGrp="1" noChangeArrowheads="1"/>
          </p:cNvSpPr>
          <p:nvPr>
            <p:ph type="title"/>
          </p:nvPr>
        </p:nvSpPr>
        <p:spPr>
          <a:xfrm>
            <a:off x="685800" y="457200"/>
            <a:ext cx="8077200" cy="838200"/>
          </a:xfrm>
        </p:spPr>
        <p:txBody>
          <a:bodyPr/>
          <a:lstStyle/>
          <a:p>
            <a:pPr eaLnBrk="1" hangingPunct="1">
              <a:defRPr/>
            </a:pPr>
            <a:r>
              <a:rPr lang="ru-RU"/>
              <a:t>XML</a:t>
            </a:r>
          </a:p>
        </p:txBody>
      </p:sp>
      <p:sp>
        <p:nvSpPr>
          <p:cNvPr id="40963" name="Rectangle 3">
            <a:extLst>
              <a:ext uri="{FF2B5EF4-FFF2-40B4-BE49-F238E27FC236}">
                <a16:creationId xmlns:a16="http://schemas.microsoft.com/office/drawing/2014/main" id="{EA17308E-CC67-4F4F-9FFE-F2F2C656D4C0}"/>
              </a:ext>
            </a:extLst>
          </p:cNvPr>
          <p:cNvSpPr>
            <a:spLocks noGrp="1" noChangeArrowheads="1"/>
          </p:cNvSpPr>
          <p:nvPr>
            <p:ph type="body" idx="1"/>
          </p:nvPr>
        </p:nvSpPr>
        <p:spPr>
          <a:xfrm>
            <a:off x="1485900" y="1981200"/>
            <a:ext cx="5657850" cy="2560638"/>
          </a:xfrm>
        </p:spPr>
        <p:txBody>
          <a:bodyPr/>
          <a:lstStyle/>
          <a:p>
            <a:pPr eaLnBrk="1" hangingPunct="1">
              <a:defRPr/>
            </a:pPr>
            <a:r>
              <a:rPr lang="ru-RU"/>
              <a:t>SGML, ориентированный на </a:t>
            </a:r>
            <a:r>
              <a:rPr lang="en-US"/>
              <a:t>Web</a:t>
            </a:r>
          </a:p>
          <a:p>
            <a:pPr eaLnBrk="1" hangingPunct="1">
              <a:defRPr/>
            </a:pPr>
            <a:r>
              <a:rPr lang="ru-RU"/>
              <a:t>Упрощенный синтаксис</a:t>
            </a:r>
          </a:p>
          <a:p>
            <a:pPr eaLnBrk="1" hangingPunct="1">
              <a:defRPr/>
            </a:pPr>
            <a:r>
              <a:rPr lang="ru-RU"/>
              <a:t>Не обязательно наличие </a:t>
            </a:r>
            <a:r>
              <a:rPr lang="en-US"/>
              <a:t>DTD</a:t>
            </a:r>
          </a:p>
          <a:p>
            <a:pPr eaLnBrk="1" hangingPunct="1">
              <a:defRPr/>
            </a:pPr>
            <a:r>
              <a:rPr lang="ru-RU"/>
              <a:t>Простые анализаторы</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117746-BC09-42CF-A4C0-F60E6BE9D26C}"/>
              </a:ext>
            </a:extLst>
          </p:cNvPr>
          <p:cNvSpPr>
            <a:spLocks noGrp="1"/>
          </p:cNvSpPr>
          <p:nvPr>
            <p:ph type="title"/>
          </p:nvPr>
        </p:nvSpPr>
        <p:spPr/>
        <p:txBody>
          <a:bodyPr/>
          <a:lstStyle/>
          <a:p>
            <a:r>
              <a:rPr lang="ru-RU" sz="3600" dirty="0"/>
              <a:t>Рекомендуемые источники</a:t>
            </a:r>
          </a:p>
        </p:txBody>
      </p:sp>
      <p:sp>
        <p:nvSpPr>
          <p:cNvPr id="3" name="Объект 2">
            <a:extLst>
              <a:ext uri="{FF2B5EF4-FFF2-40B4-BE49-F238E27FC236}">
                <a16:creationId xmlns:a16="http://schemas.microsoft.com/office/drawing/2014/main" id="{BA9E0F1D-DA49-49C3-9377-614BB64AF14A}"/>
              </a:ext>
            </a:extLst>
          </p:cNvPr>
          <p:cNvSpPr>
            <a:spLocks noGrp="1"/>
          </p:cNvSpPr>
          <p:nvPr>
            <p:ph idx="1"/>
          </p:nvPr>
        </p:nvSpPr>
        <p:spPr/>
        <p:txBody>
          <a:bodyPr/>
          <a:lstStyle/>
          <a:p>
            <a:r>
              <a:rPr lang="en-US" dirty="0">
                <a:hlinkClick r:id="rId2"/>
              </a:rPr>
              <a:t>https://www.w3.org/MarkUp/SGML/</a:t>
            </a:r>
            <a:endParaRPr lang="ru-RU" dirty="0"/>
          </a:p>
          <a:p>
            <a:r>
              <a:rPr lang="en-US" dirty="0">
                <a:hlinkClick r:id="rId3"/>
              </a:rPr>
              <a:t>https://ru.qaz.wiki/wiki/Standard_Generalized_Markup_Language</a:t>
            </a:r>
            <a:endParaRPr lang="ru-RU" dirty="0"/>
          </a:p>
          <a:p>
            <a:r>
              <a:rPr lang="en-US" dirty="0">
                <a:hlinkClick r:id="rId4"/>
              </a:rPr>
              <a:t>http://linux.yaroslavl.ru/docs/conf/format_docs/sgml/SGML-article.html</a:t>
            </a:r>
            <a:endParaRPr lang="ru-RU" dirty="0"/>
          </a:p>
          <a:p>
            <a:r>
              <a:rPr lang="en-US" dirty="0"/>
              <a:t>http://citforum.ru/internet/html40/intro/sgmltut.html</a:t>
            </a:r>
            <a:endParaRPr lang="ru-RU" dirty="0"/>
          </a:p>
        </p:txBody>
      </p:sp>
    </p:spTree>
    <p:extLst>
      <p:ext uri="{BB962C8B-B14F-4D97-AF65-F5344CB8AC3E}">
        <p14:creationId xmlns:p14="http://schemas.microsoft.com/office/powerpoint/2010/main" val="20105616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D8C5F36-4483-45A4-8759-5253B9E4A6C0}"/>
              </a:ext>
            </a:extLst>
          </p:cNvPr>
          <p:cNvSpPr>
            <a:spLocks noGrp="1"/>
          </p:cNvSpPr>
          <p:nvPr>
            <p:ph type="title"/>
          </p:nvPr>
        </p:nvSpPr>
        <p:spPr/>
        <p:txBody>
          <a:bodyPr/>
          <a:lstStyle/>
          <a:p>
            <a:endParaRPr lang="ru-RU"/>
          </a:p>
        </p:txBody>
      </p:sp>
      <p:pic>
        <p:nvPicPr>
          <p:cNvPr id="5" name="Объект 4">
            <a:extLst>
              <a:ext uri="{FF2B5EF4-FFF2-40B4-BE49-F238E27FC236}">
                <a16:creationId xmlns:a16="http://schemas.microsoft.com/office/drawing/2014/main" id="{760D33B3-CDE1-4892-B3B3-7C83B2FB525F}"/>
              </a:ext>
            </a:extLst>
          </p:cNvPr>
          <p:cNvPicPr>
            <a:picLocks noGrp="1" noChangeAspect="1"/>
          </p:cNvPicPr>
          <p:nvPr>
            <p:ph idx="1"/>
          </p:nvPr>
        </p:nvPicPr>
        <p:blipFill>
          <a:blip r:embed="rId2"/>
          <a:stretch>
            <a:fillRect/>
          </a:stretch>
        </p:blipFill>
        <p:spPr>
          <a:xfrm>
            <a:off x="533400" y="836712"/>
            <a:ext cx="8189714" cy="5716488"/>
          </a:xfrm>
        </p:spPr>
      </p:pic>
    </p:spTree>
    <p:extLst>
      <p:ext uri="{BB962C8B-B14F-4D97-AF65-F5344CB8AC3E}">
        <p14:creationId xmlns:p14="http://schemas.microsoft.com/office/powerpoint/2010/main" val="1511582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FB865F-DA7E-4479-A908-55B8F2860C54}"/>
              </a:ext>
            </a:extLst>
          </p:cNvPr>
          <p:cNvSpPr>
            <a:spLocks noGrp="1"/>
          </p:cNvSpPr>
          <p:nvPr>
            <p:ph type="title"/>
          </p:nvPr>
        </p:nvSpPr>
        <p:spPr/>
        <p:txBody>
          <a:bodyPr/>
          <a:lstStyle/>
          <a:p>
            <a:endParaRPr lang="ru-RU"/>
          </a:p>
        </p:txBody>
      </p:sp>
      <p:pic>
        <p:nvPicPr>
          <p:cNvPr id="5" name="Объект 4">
            <a:extLst>
              <a:ext uri="{FF2B5EF4-FFF2-40B4-BE49-F238E27FC236}">
                <a16:creationId xmlns:a16="http://schemas.microsoft.com/office/drawing/2014/main" id="{F086C36D-B3B6-4FDB-80E8-E35124CDEA3A}"/>
              </a:ext>
            </a:extLst>
          </p:cNvPr>
          <p:cNvPicPr>
            <a:picLocks noGrp="1" noChangeAspect="1"/>
          </p:cNvPicPr>
          <p:nvPr>
            <p:ph idx="1"/>
          </p:nvPr>
        </p:nvPicPr>
        <p:blipFill>
          <a:blip r:embed="rId2"/>
          <a:stretch>
            <a:fillRect/>
          </a:stretch>
        </p:blipFill>
        <p:spPr>
          <a:xfrm>
            <a:off x="755576" y="620688"/>
            <a:ext cx="7742509" cy="5760640"/>
          </a:xfrm>
        </p:spPr>
      </p:pic>
    </p:spTree>
    <p:extLst>
      <p:ext uri="{BB962C8B-B14F-4D97-AF65-F5344CB8AC3E}">
        <p14:creationId xmlns:p14="http://schemas.microsoft.com/office/powerpoint/2010/main" val="161035563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31CCAF-D39D-4EA2-9500-146B78A371EA}"/>
              </a:ext>
            </a:extLst>
          </p:cNvPr>
          <p:cNvSpPr>
            <a:spLocks noGrp="1"/>
          </p:cNvSpPr>
          <p:nvPr>
            <p:ph type="title"/>
          </p:nvPr>
        </p:nvSpPr>
        <p:spPr/>
        <p:txBody>
          <a:bodyPr/>
          <a:lstStyle/>
          <a:p>
            <a:endParaRPr lang="ru-RU"/>
          </a:p>
        </p:txBody>
      </p:sp>
      <p:pic>
        <p:nvPicPr>
          <p:cNvPr id="5" name="Объект 4">
            <a:extLst>
              <a:ext uri="{FF2B5EF4-FFF2-40B4-BE49-F238E27FC236}">
                <a16:creationId xmlns:a16="http://schemas.microsoft.com/office/drawing/2014/main" id="{76CCC2B0-CD4C-481F-8195-F63BF37C5DD3}"/>
              </a:ext>
            </a:extLst>
          </p:cNvPr>
          <p:cNvPicPr>
            <a:picLocks noGrp="1" noChangeAspect="1"/>
          </p:cNvPicPr>
          <p:nvPr>
            <p:ph idx="1"/>
          </p:nvPr>
        </p:nvPicPr>
        <p:blipFill>
          <a:blip r:embed="rId2"/>
          <a:stretch>
            <a:fillRect/>
          </a:stretch>
        </p:blipFill>
        <p:spPr>
          <a:xfrm>
            <a:off x="683568" y="764704"/>
            <a:ext cx="8039546" cy="5788496"/>
          </a:xfrm>
        </p:spPr>
      </p:pic>
    </p:spTree>
    <p:extLst>
      <p:ext uri="{BB962C8B-B14F-4D97-AF65-F5344CB8AC3E}">
        <p14:creationId xmlns:p14="http://schemas.microsoft.com/office/powerpoint/2010/main" val="114793299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7DF23E-A8DB-480A-A6F2-15D50E5449F1}"/>
              </a:ext>
            </a:extLst>
          </p:cNvPr>
          <p:cNvSpPr>
            <a:spLocks noGrp="1"/>
          </p:cNvSpPr>
          <p:nvPr>
            <p:ph type="title"/>
          </p:nvPr>
        </p:nvSpPr>
        <p:spPr/>
        <p:txBody>
          <a:bodyPr/>
          <a:lstStyle/>
          <a:p>
            <a:endParaRPr lang="ru-RU"/>
          </a:p>
        </p:txBody>
      </p:sp>
      <p:pic>
        <p:nvPicPr>
          <p:cNvPr id="5" name="Объект 4">
            <a:extLst>
              <a:ext uri="{FF2B5EF4-FFF2-40B4-BE49-F238E27FC236}">
                <a16:creationId xmlns:a16="http://schemas.microsoft.com/office/drawing/2014/main" id="{FDE8FCC5-AD79-416F-BA34-DD95DAC9A1E5}"/>
              </a:ext>
            </a:extLst>
          </p:cNvPr>
          <p:cNvPicPr>
            <a:picLocks noGrp="1" noChangeAspect="1"/>
          </p:cNvPicPr>
          <p:nvPr>
            <p:ph idx="1"/>
          </p:nvPr>
        </p:nvPicPr>
        <p:blipFill>
          <a:blip r:embed="rId2"/>
          <a:stretch>
            <a:fillRect/>
          </a:stretch>
        </p:blipFill>
        <p:spPr>
          <a:xfrm>
            <a:off x="533400" y="692696"/>
            <a:ext cx="8189714" cy="5860504"/>
          </a:xfrm>
        </p:spPr>
      </p:pic>
    </p:spTree>
    <p:extLst>
      <p:ext uri="{BB962C8B-B14F-4D97-AF65-F5344CB8AC3E}">
        <p14:creationId xmlns:p14="http://schemas.microsoft.com/office/powerpoint/2010/main" val="375592797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9508289-4D14-48B4-A3C7-626424FCC2BF}"/>
              </a:ext>
            </a:extLst>
          </p:cNvPr>
          <p:cNvSpPr>
            <a:spLocks noGrp="1"/>
          </p:cNvSpPr>
          <p:nvPr>
            <p:ph type="title"/>
          </p:nvPr>
        </p:nvSpPr>
        <p:spPr/>
        <p:txBody>
          <a:bodyPr/>
          <a:lstStyle/>
          <a:p>
            <a:endParaRPr lang="ru-RU"/>
          </a:p>
        </p:txBody>
      </p:sp>
      <p:pic>
        <p:nvPicPr>
          <p:cNvPr id="5" name="Объект 4">
            <a:extLst>
              <a:ext uri="{FF2B5EF4-FFF2-40B4-BE49-F238E27FC236}">
                <a16:creationId xmlns:a16="http://schemas.microsoft.com/office/drawing/2014/main" id="{009CCE9D-283B-4474-85BE-4E8CFFD050C8}"/>
              </a:ext>
            </a:extLst>
          </p:cNvPr>
          <p:cNvPicPr>
            <a:picLocks noGrp="1" noChangeAspect="1"/>
          </p:cNvPicPr>
          <p:nvPr>
            <p:ph idx="1"/>
          </p:nvPr>
        </p:nvPicPr>
        <p:blipFill>
          <a:blip r:embed="rId2"/>
          <a:stretch>
            <a:fillRect/>
          </a:stretch>
        </p:blipFill>
        <p:spPr>
          <a:xfrm>
            <a:off x="755576" y="764704"/>
            <a:ext cx="7967538" cy="5688632"/>
          </a:xfrm>
        </p:spPr>
      </p:pic>
    </p:spTree>
    <p:extLst>
      <p:ext uri="{BB962C8B-B14F-4D97-AF65-F5344CB8AC3E}">
        <p14:creationId xmlns:p14="http://schemas.microsoft.com/office/powerpoint/2010/main" val="392106361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FBC6B8A-99EB-48D3-BB70-CF43C6A7B695}"/>
              </a:ext>
            </a:extLst>
          </p:cNvPr>
          <p:cNvSpPr>
            <a:spLocks noGrp="1"/>
          </p:cNvSpPr>
          <p:nvPr>
            <p:ph type="title"/>
          </p:nvPr>
        </p:nvSpPr>
        <p:spPr/>
        <p:txBody>
          <a:bodyPr/>
          <a:lstStyle/>
          <a:p>
            <a:endParaRPr lang="ru-RU"/>
          </a:p>
        </p:txBody>
      </p:sp>
      <p:pic>
        <p:nvPicPr>
          <p:cNvPr id="5" name="Объект 4">
            <a:extLst>
              <a:ext uri="{FF2B5EF4-FFF2-40B4-BE49-F238E27FC236}">
                <a16:creationId xmlns:a16="http://schemas.microsoft.com/office/drawing/2014/main" id="{AD98E05E-38EF-4F91-8563-03EDDDAE1D2A}"/>
              </a:ext>
            </a:extLst>
          </p:cNvPr>
          <p:cNvPicPr>
            <a:picLocks noGrp="1" noChangeAspect="1"/>
          </p:cNvPicPr>
          <p:nvPr>
            <p:ph idx="1"/>
          </p:nvPr>
        </p:nvPicPr>
        <p:blipFill>
          <a:blip r:embed="rId2"/>
          <a:stretch>
            <a:fillRect/>
          </a:stretch>
        </p:blipFill>
        <p:spPr>
          <a:xfrm>
            <a:off x="533400" y="764704"/>
            <a:ext cx="8359080" cy="5788496"/>
          </a:xfrm>
        </p:spPr>
      </p:pic>
    </p:spTree>
    <p:extLst>
      <p:ext uri="{BB962C8B-B14F-4D97-AF65-F5344CB8AC3E}">
        <p14:creationId xmlns:p14="http://schemas.microsoft.com/office/powerpoint/2010/main" val="3985029535"/>
      </p:ext>
    </p:extLst>
  </p:cSld>
  <p:clrMapOvr>
    <a:masterClrMapping/>
  </p:clrMapOvr>
</p:sld>
</file>

<file path=ppt/theme/theme1.xml><?xml version="1.0" encoding="utf-8"?>
<a:theme xmlns:a="http://schemas.openxmlformats.org/drawingml/2006/main" name="Сумерки">
  <a:themeElements>
    <a:clrScheme name="Сумерки 2">
      <a:dk1>
        <a:srgbClr val="000099"/>
      </a:dk1>
      <a:lt1>
        <a:srgbClr val="FFFFFF"/>
      </a:lt1>
      <a:dk2>
        <a:srgbClr val="000066"/>
      </a:dk2>
      <a:lt2>
        <a:srgbClr val="EAEAEA"/>
      </a:lt2>
      <a:accent1>
        <a:srgbClr val="66CCFF"/>
      </a:accent1>
      <a:accent2>
        <a:srgbClr val="0066FF"/>
      </a:accent2>
      <a:accent3>
        <a:srgbClr val="AAAAB8"/>
      </a:accent3>
      <a:accent4>
        <a:srgbClr val="DADADA"/>
      </a:accent4>
      <a:accent5>
        <a:srgbClr val="B8E2FF"/>
      </a:accent5>
      <a:accent6>
        <a:srgbClr val="005CE7"/>
      </a:accent6>
      <a:hlink>
        <a:srgbClr val="FFFFCC"/>
      </a:hlink>
      <a:folHlink>
        <a:srgbClr val="99CC00"/>
      </a:folHlink>
    </a:clrScheme>
    <a:fontScheme name="Сумерки">
      <a:majorFont>
        <a:latin typeface="Tahoma"/>
        <a:ea typeface=""/>
        <a:cs typeface=""/>
      </a:majorFont>
      <a:minorFont>
        <a:latin typeface="Tahoma"/>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ru-RU"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ru-RU"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Сумерки 1">
        <a:dk1>
          <a:srgbClr val="BD3737"/>
        </a:dk1>
        <a:lt1>
          <a:srgbClr val="FFFFFF"/>
        </a:lt1>
        <a:dk2>
          <a:srgbClr val="721E1E"/>
        </a:dk2>
        <a:lt2>
          <a:srgbClr val="FFCC00"/>
        </a:lt2>
        <a:accent1>
          <a:srgbClr val="FF6600"/>
        </a:accent1>
        <a:accent2>
          <a:srgbClr val="CC3300"/>
        </a:accent2>
        <a:accent3>
          <a:srgbClr val="BCABAB"/>
        </a:accent3>
        <a:accent4>
          <a:srgbClr val="DADADA"/>
        </a:accent4>
        <a:accent5>
          <a:srgbClr val="FFB8AA"/>
        </a:accent5>
        <a:accent6>
          <a:srgbClr val="B92D00"/>
        </a:accent6>
        <a:hlink>
          <a:srgbClr val="F7CC2F"/>
        </a:hlink>
        <a:folHlink>
          <a:srgbClr val="C7C6B1"/>
        </a:folHlink>
      </a:clrScheme>
      <a:clrMap bg1="dk2" tx1="lt1" bg2="dk1" tx2="lt2" accent1="accent1" accent2="accent2" accent3="accent3" accent4="accent4" accent5="accent5" accent6="accent6" hlink="hlink" folHlink="folHlink"/>
    </a:extraClrScheme>
    <a:extraClrScheme>
      <a:clrScheme name="Сумерки 2">
        <a:dk1>
          <a:srgbClr val="000099"/>
        </a:dk1>
        <a:lt1>
          <a:srgbClr val="FFFFFF"/>
        </a:lt1>
        <a:dk2>
          <a:srgbClr val="000066"/>
        </a:dk2>
        <a:lt2>
          <a:srgbClr val="EAEAEA"/>
        </a:lt2>
        <a:accent1>
          <a:srgbClr val="66CCFF"/>
        </a:accent1>
        <a:accent2>
          <a:srgbClr val="0066FF"/>
        </a:accent2>
        <a:accent3>
          <a:srgbClr val="AAAAB8"/>
        </a:accent3>
        <a:accent4>
          <a:srgbClr val="DADADA"/>
        </a:accent4>
        <a:accent5>
          <a:srgbClr val="B8E2FF"/>
        </a:accent5>
        <a:accent6>
          <a:srgbClr val="005CE7"/>
        </a:accent6>
        <a:hlink>
          <a:srgbClr val="FFFFCC"/>
        </a:hlink>
        <a:folHlink>
          <a:srgbClr val="99CC00"/>
        </a:folHlink>
      </a:clrScheme>
      <a:clrMap bg1="dk2" tx1="lt1" bg2="dk1" tx2="lt2" accent1="accent1" accent2="accent2" accent3="accent3" accent4="accent4" accent5="accent5" accent6="accent6" hlink="hlink" folHlink="folHlink"/>
    </a:extraClrScheme>
    <a:extraClrScheme>
      <a:clrScheme name="Сумерки 3">
        <a:dk1>
          <a:srgbClr val="6600CC"/>
        </a:dk1>
        <a:lt1>
          <a:srgbClr val="FFFFFF"/>
        </a:lt1>
        <a:dk2>
          <a:srgbClr val="4B0096"/>
        </a:dk2>
        <a:lt2>
          <a:srgbClr val="CDD7DF"/>
        </a:lt2>
        <a:accent1>
          <a:srgbClr val="9999FF"/>
        </a:accent1>
        <a:accent2>
          <a:srgbClr val="7850BA"/>
        </a:accent2>
        <a:accent3>
          <a:srgbClr val="B1AAC9"/>
        </a:accent3>
        <a:accent4>
          <a:srgbClr val="DADADA"/>
        </a:accent4>
        <a:accent5>
          <a:srgbClr val="CACAFF"/>
        </a:accent5>
        <a:accent6>
          <a:srgbClr val="6C48A8"/>
        </a:accent6>
        <a:hlink>
          <a:srgbClr val="00CCFF"/>
        </a:hlink>
        <a:folHlink>
          <a:srgbClr val="0796B3"/>
        </a:folHlink>
      </a:clrScheme>
      <a:clrMap bg1="dk2" tx1="lt1" bg2="dk1" tx2="lt2" accent1="accent1" accent2="accent2" accent3="accent3" accent4="accent4" accent5="accent5" accent6="accent6" hlink="hlink" folHlink="folHlink"/>
    </a:extraClrScheme>
    <a:extraClrScheme>
      <a:clrScheme name="Сумерки 4">
        <a:dk1>
          <a:srgbClr val="55863C"/>
        </a:dk1>
        <a:lt1>
          <a:srgbClr val="FFFFFF"/>
        </a:lt1>
        <a:dk2>
          <a:srgbClr val="375F2F"/>
        </a:dk2>
        <a:lt2>
          <a:srgbClr val="D1EFB3"/>
        </a:lt2>
        <a:accent1>
          <a:srgbClr val="00CC66"/>
        </a:accent1>
        <a:accent2>
          <a:srgbClr val="8EAC66"/>
        </a:accent2>
        <a:accent3>
          <a:srgbClr val="AEB6AD"/>
        </a:accent3>
        <a:accent4>
          <a:srgbClr val="DADADA"/>
        </a:accent4>
        <a:accent5>
          <a:srgbClr val="AAE2B8"/>
        </a:accent5>
        <a:accent6>
          <a:srgbClr val="809B5C"/>
        </a:accent6>
        <a:hlink>
          <a:srgbClr val="B4EF7F"/>
        </a:hlink>
        <a:folHlink>
          <a:srgbClr val="F8F6AC"/>
        </a:folHlink>
      </a:clrScheme>
      <a:clrMap bg1="dk2" tx1="lt1" bg2="dk1" tx2="lt2" accent1="accent1" accent2="accent2" accent3="accent3" accent4="accent4" accent5="accent5" accent6="accent6" hlink="hlink" folHlink="folHlink"/>
    </a:extraClrScheme>
    <a:extraClrScheme>
      <a:clrScheme name="Сумерки 5">
        <a:dk1>
          <a:srgbClr val="588073"/>
        </a:dk1>
        <a:lt1>
          <a:srgbClr val="FFFFFF"/>
        </a:lt1>
        <a:dk2>
          <a:srgbClr val="486768"/>
        </a:dk2>
        <a:lt2>
          <a:srgbClr val="DDDDDD"/>
        </a:lt2>
        <a:accent1>
          <a:srgbClr val="33CCCC"/>
        </a:accent1>
        <a:accent2>
          <a:srgbClr val="008871"/>
        </a:accent2>
        <a:accent3>
          <a:srgbClr val="B1B8B9"/>
        </a:accent3>
        <a:accent4>
          <a:srgbClr val="DADADA"/>
        </a:accent4>
        <a:accent5>
          <a:srgbClr val="ADE2E2"/>
        </a:accent5>
        <a:accent6>
          <a:srgbClr val="007B66"/>
        </a:accent6>
        <a:hlink>
          <a:srgbClr val="00CC99"/>
        </a:hlink>
        <a:folHlink>
          <a:srgbClr val="A8A8A8"/>
        </a:folHlink>
      </a:clrScheme>
      <a:clrMap bg1="dk2" tx1="lt1" bg2="dk1" tx2="lt2" accent1="accent1" accent2="accent2" accent3="accent3" accent4="accent4" accent5="accent5" accent6="accent6" hlink="hlink" folHlink="folHlink"/>
    </a:extraClrScheme>
    <a:extraClrScheme>
      <a:clrScheme name="Сумерки 6">
        <a:dk1>
          <a:srgbClr val="6B6C75"/>
        </a:dk1>
        <a:lt1>
          <a:srgbClr val="FFFFFF"/>
        </a:lt1>
        <a:dk2>
          <a:srgbClr val="575863"/>
        </a:dk2>
        <a:lt2>
          <a:srgbClr val="FFFFCC"/>
        </a:lt2>
        <a:accent1>
          <a:srgbClr val="677481"/>
        </a:accent1>
        <a:accent2>
          <a:srgbClr val="697E5E"/>
        </a:accent2>
        <a:accent3>
          <a:srgbClr val="B4B4B7"/>
        </a:accent3>
        <a:accent4>
          <a:srgbClr val="DADADA"/>
        </a:accent4>
        <a:accent5>
          <a:srgbClr val="B8BCC1"/>
        </a:accent5>
        <a:accent6>
          <a:srgbClr val="5E7254"/>
        </a:accent6>
        <a:hlink>
          <a:srgbClr val="E9E77F"/>
        </a:hlink>
        <a:folHlink>
          <a:srgbClr val="D3A44F"/>
        </a:folHlink>
      </a:clrScheme>
      <a:clrMap bg1="dk2" tx1="lt1" bg2="dk1" tx2="lt2" accent1="accent1" accent2="accent2" accent3="accent3" accent4="accent4" accent5="accent5" accent6="accent6" hlink="hlink" folHlink="folHlink"/>
    </a:extraClrScheme>
    <a:extraClrScheme>
      <a:clrScheme name="Сумерки 7">
        <a:dk1>
          <a:srgbClr val="000000"/>
        </a:dk1>
        <a:lt1>
          <a:srgbClr val="C4D6BE"/>
        </a:lt1>
        <a:dk2>
          <a:srgbClr val="339966"/>
        </a:dk2>
        <a:lt2>
          <a:srgbClr val="EFFBF0"/>
        </a:lt2>
        <a:accent1>
          <a:srgbClr val="DDDDDD"/>
        </a:accent1>
        <a:accent2>
          <a:srgbClr val="CCFF99"/>
        </a:accent2>
        <a:accent3>
          <a:srgbClr val="DEE8DB"/>
        </a:accent3>
        <a:accent4>
          <a:srgbClr val="000000"/>
        </a:accent4>
        <a:accent5>
          <a:srgbClr val="EBEBEB"/>
        </a:accent5>
        <a:accent6>
          <a:srgbClr val="B9E78A"/>
        </a:accent6>
        <a:hlink>
          <a:srgbClr val="009900"/>
        </a:hlink>
        <a:folHlink>
          <a:srgbClr val="336600"/>
        </a:folHlink>
      </a:clrScheme>
      <a:clrMap bg1="lt1" tx1="dk1" bg2="lt2" tx2="dk2" accent1="accent1" accent2="accent2" accent3="accent3" accent4="accent4" accent5="accent5" accent6="accent6" hlink="hlink" folHlink="folHlink"/>
    </a:extraClrScheme>
    <a:extraClrScheme>
      <a:clrScheme name="Сумерки 8">
        <a:dk1>
          <a:srgbClr val="000000"/>
        </a:dk1>
        <a:lt1>
          <a:srgbClr val="D6DAE4"/>
        </a:lt1>
        <a:dk2>
          <a:srgbClr val="000099"/>
        </a:dk2>
        <a:lt2>
          <a:srgbClr val="FFFFFF"/>
        </a:lt2>
        <a:accent1>
          <a:srgbClr val="BFDEE3"/>
        </a:accent1>
        <a:accent2>
          <a:srgbClr val="C0C0C0"/>
        </a:accent2>
        <a:accent3>
          <a:srgbClr val="E8EAEF"/>
        </a:accent3>
        <a:accent4>
          <a:srgbClr val="000000"/>
        </a:accent4>
        <a:accent5>
          <a:srgbClr val="DCECEF"/>
        </a:accent5>
        <a:accent6>
          <a:srgbClr val="AEAEAE"/>
        </a:accent6>
        <a:hlink>
          <a:srgbClr val="3333CC"/>
        </a:hlink>
        <a:folHlink>
          <a:srgbClr val="5E93C9"/>
        </a:folHlink>
      </a:clrScheme>
      <a:clrMap bg1="lt1" tx1="dk1" bg2="lt2" tx2="dk2" accent1="accent1" accent2="accent2" accent3="accent3" accent4="accent4" accent5="accent5" accent6="accent6" hlink="hlink" folHlink="folHlink"/>
    </a:extraClrScheme>
    <a:extraClrScheme>
      <a:clrScheme name="Сумерки 9">
        <a:dk1>
          <a:srgbClr val="4A2500"/>
        </a:dk1>
        <a:lt1>
          <a:srgbClr val="C2C0BA"/>
        </a:lt1>
        <a:dk2>
          <a:srgbClr val="788569"/>
        </a:dk2>
        <a:lt2>
          <a:srgbClr val="F4F4EC"/>
        </a:lt2>
        <a:accent1>
          <a:srgbClr val="E1DFC1"/>
        </a:accent1>
        <a:accent2>
          <a:srgbClr val="A5A7AF"/>
        </a:accent2>
        <a:accent3>
          <a:srgbClr val="DDDCD9"/>
        </a:accent3>
        <a:accent4>
          <a:srgbClr val="3E1E00"/>
        </a:accent4>
        <a:accent5>
          <a:srgbClr val="EEECDD"/>
        </a:accent5>
        <a:accent6>
          <a:srgbClr val="95979E"/>
        </a:accent6>
        <a:hlink>
          <a:srgbClr val="9C9800"/>
        </a:hlink>
        <a:folHlink>
          <a:srgbClr val="66663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Shimmer</Template>
  <TotalTime>675</TotalTime>
  <Words>8007</Words>
  <Application>Microsoft Office PowerPoint</Application>
  <PresentationFormat>Экран (4:3)</PresentationFormat>
  <Paragraphs>420</Paragraphs>
  <Slides>97</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97</vt:i4>
      </vt:variant>
    </vt:vector>
  </HeadingPairs>
  <TitlesOfParts>
    <vt:vector size="103" baseType="lpstr">
      <vt:lpstr>Arial</vt:lpstr>
      <vt:lpstr>Courier New</vt:lpstr>
      <vt:lpstr>Tahoma</vt:lpstr>
      <vt:lpstr>Times New Roman</vt:lpstr>
      <vt:lpstr>Wingdings</vt:lpstr>
      <vt:lpstr>Сумерки</vt:lpstr>
      <vt:lpstr>Разметка текстовых сообщений</vt:lpstr>
      <vt:lpstr>Проблемы с обработкой документов: </vt:lpstr>
      <vt:lpstr>Презентация PowerPoint</vt:lpstr>
      <vt:lpstr>Презентация PowerPoint</vt:lpstr>
      <vt:lpstr>Презентация PowerPoint</vt:lpstr>
      <vt:lpstr>Презентация PowerPoint</vt:lpstr>
      <vt:lpstr>Что такое SGML?</vt:lpstr>
      <vt:lpstr>Презентация PowerPoint</vt:lpstr>
      <vt:lpstr>Презентация PowerPoint</vt:lpstr>
      <vt:lpstr>Презентация PowerPoint</vt:lpstr>
      <vt:lpstr>Презентация PowerPoint</vt:lpstr>
      <vt:lpstr>Презентация PowerPoint</vt:lpstr>
      <vt:lpstr>Особенности SGML </vt:lpstr>
      <vt:lpstr>Описательная разметка</vt:lpstr>
      <vt:lpstr>Презентация PowerPoint</vt:lpstr>
      <vt:lpstr>Типы документов</vt:lpstr>
      <vt:lpstr>Презентация PowerPoint</vt:lpstr>
      <vt:lpstr>Независимость данных </vt:lpstr>
      <vt:lpstr>Презентация PowerPoint</vt:lpstr>
      <vt:lpstr>Структура текста</vt:lpstr>
      <vt:lpstr>Презентация PowerPoint</vt:lpstr>
      <vt:lpstr>SGML структуры</vt:lpstr>
      <vt:lpstr>Элементы</vt:lpstr>
      <vt:lpstr>Презентация PowerPoint</vt:lpstr>
      <vt:lpstr>Презентация PowerPoint</vt:lpstr>
      <vt:lpstr>Модели содержимого элемента</vt:lpstr>
      <vt:lpstr>Презентация PowerPoint</vt:lpstr>
      <vt:lpstr>Полностью размеченный, текст, отвечающий этой модели может выглядеть так: </vt:lpstr>
      <vt:lpstr>Презентация PowerPoint</vt:lpstr>
      <vt:lpstr>Презентация PowerPoint</vt:lpstr>
      <vt:lpstr>Презентация PowerPoint</vt:lpstr>
      <vt:lpstr>Презентация PowerPoint</vt:lpstr>
      <vt:lpstr>Определение структуры документов SGML: DTD</vt:lpstr>
      <vt:lpstr>Презентация PowerPoint</vt:lpstr>
      <vt:lpstr>Презентация PowerPoint</vt:lpstr>
      <vt:lpstr>Презентация PowerPoint</vt:lpstr>
      <vt:lpstr>Презентация PowerPoint</vt:lpstr>
      <vt:lpstr>Обозначения включения</vt:lpstr>
      <vt:lpstr>Презентация PowerPoint</vt:lpstr>
      <vt:lpstr>Связки</vt:lpstr>
      <vt:lpstr>Презентация PowerPoint</vt:lpstr>
      <vt:lpstr>Группы модели</vt:lpstr>
      <vt:lpstr>Презентация PowerPoint</vt:lpstr>
      <vt:lpstr>Презентация PowerPoint</vt:lpstr>
      <vt:lpstr>Исключения в модели содержимого</vt:lpstr>
      <vt:lpstr>Презентация PowerPoint</vt:lpstr>
      <vt:lpstr>Презентация PowerPoint</vt:lpstr>
      <vt:lpstr>Презентация PowerPoint</vt:lpstr>
      <vt:lpstr>Альтернативные структуры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Атрибуты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Объекты SGML </vt:lpstr>
      <vt:lpstr>Презентация PowerPoint</vt:lpstr>
      <vt:lpstr>Презентация PowerPoint</vt:lpstr>
      <vt:lpstr>Презентация PowerPoint</vt:lpstr>
      <vt:lpstr>Презентация PowerPoint</vt:lpstr>
      <vt:lpstr>Картина в целом </vt:lpstr>
      <vt:lpstr>Презентация PowerPoint</vt:lpstr>
      <vt:lpstr>Презентация PowerPoint</vt:lpstr>
      <vt:lpstr>Презентация PowerPoint</vt:lpstr>
      <vt:lpstr>Презентация PowerPoint</vt:lpstr>
      <vt:lpstr>Презентация PowerPoint</vt:lpstr>
      <vt:lpstr>Использование SGML </vt:lpstr>
      <vt:lpstr>Презентация PowerPoint</vt:lpstr>
      <vt:lpstr>Презентация PowerPoint</vt:lpstr>
      <vt:lpstr>Презентация PowerPoint</vt:lpstr>
      <vt:lpstr>Презентация PowerPoint</vt:lpstr>
      <vt:lpstr>В чем суть SGML?  Отличия SGML</vt:lpstr>
      <vt:lpstr>Информация и представление</vt:lpstr>
      <vt:lpstr>Типизированные документы</vt:lpstr>
      <vt:lpstr>Структура информации</vt:lpstr>
      <vt:lpstr>Связывание документов</vt:lpstr>
      <vt:lpstr>Преимущества SGML</vt:lpstr>
      <vt:lpstr>SGML и другие</vt:lpstr>
      <vt:lpstr>Как это делается</vt:lpstr>
      <vt:lpstr>Групповая работа над документами</vt:lpstr>
      <vt:lpstr>Поиск в документах</vt:lpstr>
      <vt:lpstr>XML</vt:lpstr>
      <vt:lpstr>Рекомендуемые источники</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Открытые стандарты обработки документов.  SGML и XML</dc:title>
  <dc:creator>Administrator</dc:creator>
  <cp:lastModifiedBy>Олег Жуковский</cp:lastModifiedBy>
  <cp:revision>119</cp:revision>
  <cp:lastPrinted>1999-05-20T11:10:10Z</cp:lastPrinted>
  <dcterms:created xsi:type="dcterms:W3CDTF">1999-05-20T08:02:58Z</dcterms:created>
  <dcterms:modified xsi:type="dcterms:W3CDTF">2020-11-09T09:03:45Z</dcterms:modified>
</cp:coreProperties>
</file>